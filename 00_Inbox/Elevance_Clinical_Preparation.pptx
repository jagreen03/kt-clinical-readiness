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A5E4325B.xml" ContentType="application/vnd.openxmlformats-officedocument.presentationml.slideMaster+xml"/>
  <Override PartName="/ppt/slides/slide_A01_DC7FB0E5.xml" ContentType="application/vnd.openxmlformats-officedocument.presentationml.slide+xml"/>
  <Override PartName="/ppt/slides/slide_A02_77DA7721.xml" ContentType="application/vnd.openxmlformats-officedocument.presentationml.slide+xml"/>
  <Override PartName="/ppt/slides/slide_A03_961C247A.xml" ContentType="application/vnd.openxmlformats-officedocument.presentationml.slide+xml"/>
  <Override PartName="/ppt/slides/slide_A04_3F982DBC.xml" ContentType="application/vnd.openxmlformats-officedocument.presentationml.slide+xml"/>
  <Override PartName="/ppt/slides/slide_A05_9E33E26E.xml" ContentType="application/vnd.openxmlformats-officedocument.presentationml.slide+xml"/>
  <Override PartName="/ppt/slides/slide_A06_877F9A4D.xml" ContentType="application/vnd.openxmlformats-officedocument.presentationml.slide+xml"/>
  <Override PartName="/ppt/slides/slide_A07_4FF7D4AD.xml" ContentType="application/vnd.openxmlformats-officedocument.presentationml.slide+xml"/>
  <Override PartName="/ppt/slides/slide_A08_8D0ED88A.xml" ContentType="application/vnd.openxmlformats-officedocument.presentationml.slide+xml"/>
  <Override PartName="/ppt/slides/slide_A09_DD4C7A3E.xml" ContentType="application/vnd.openxmlformats-officedocument.presentationml.slide+xml"/>
  <Override PartName="/ppt/notesMasters/notesMaster_0_39262D31.xml" ContentType="application/vnd.openxmlformats-officedocument.presentationml.notesMaster+xml"/>
  <Override PartName="/ppt/presProps.xml" ContentType="application/vnd.openxmlformats-officedocument.presentationml.presProps+xml"/>
  <Override PartName="/ppt/theme/theme_80000000_A5E4325B.xml" ContentType="application/vnd.openxmlformats-officedocument.theme+xml"/>
  <Override PartName="/ppt/tableStyles.xml" ContentType="application/vnd.openxmlformats-officedocument.presentationml.tableStyles+xml"/>
  <Override PartName="/ppt/slideLayouts/slideLayout_80000001_81F75064.xml" ContentType="application/vnd.openxmlformats-officedocument.presentationml.slideLayout+xml"/>
  <Override PartName="/ppt/slideLayouts/slideLayout_80000002_AB3EDACE.xml" ContentType="application/vnd.openxmlformats-officedocument.presentationml.slideLayout+xml"/>
  <Override PartName="/ppt/slideLayouts/slideLayout_80000003_D2588AFD.xml" ContentType="application/vnd.openxmlformats-officedocument.presentationml.slideLayout+xml"/>
  <Override PartName="/ppt/slideLayouts/slideLayout_80000004_3F7C2281.xml" ContentType="application/vnd.openxmlformats-officedocument.presentationml.slideLayout+xml"/>
  <Override PartName="/ppt/slideLayouts/slideLayout_80000005_E9FE094F.xml" ContentType="application/vnd.openxmlformats-officedocument.presentationml.slideLayout+xml"/>
  <Override PartName="/ppt/slideLayouts/slideLayout_80000006_7CE6DF44.xml" ContentType="application/vnd.openxmlformats-officedocument.presentationml.slideLayout+xml"/>
  <Override PartName="/ppt/slideLayouts/slideLayout_80000007_4AEAECB9.xml" ContentType="application/vnd.openxmlformats-officedocument.presentationml.slideLayout+xml"/>
  <Override PartName="/ppt/slideLayouts/slideLayout_80000008_1E870740.xml" ContentType="application/vnd.openxmlformats-officedocument.presentationml.slideLayout+xml"/>
  <Override PartName="/ppt/slideLayouts/slideLayout_80000009_96A490B7.xml" ContentType="application/vnd.openxmlformats-officedocument.presentationml.slideLayout+xml"/>
  <Override PartName="/ppt/slideLayouts/slideLayout_8000000A_CA109C28.xml" ContentType="application/vnd.openxmlformats-officedocument.presentationml.slideLayout+xml"/>
  <Override PartName="/ppt/slideLayouts/slideLayout_8000000B_7D00B57E.xml" ContentType="application/vnd.openxmlformats-officedocument.presentationml.slideLayout+xml"/>
  <Override PartName="/ppt/slideLayouts/slideLayout_80000018_96E7E74A.xml" ContentType="application/vnd.openxmlformats-officedocument.presentationml.slideLayout+xml"/>
  <Override PartName="/ppt/slideLayouts/slideLayout_80000019_ED8D7D75.xml" ContentType="application/vnd.openxmlformats-officedocument.presentationml.slideLayout+xml"/>
  <Override PartName="/ppt/slideLayouts/slideLayout_8000001A_8E3C5056.xml" ContentType="application/vnd.openxmlformats-officedocument.presentationml.slideLayout+xml"/>
  <Override PartName="/ppt/slideLayouts/slideLayout_8000001B_628E1043.xml" ContentType="application/vnd.openxmlformats-officedocument.presentationml.slideLayout+xml"/>
  <Override PartName="/ppt/slideLayouts/slideLayout_8000001C_9A94F9AD.xml" ContentType="application/vnd.openxmlformats-officedocument.presentationml.slideLayout+xml"/>
  <Override PartName="/ppt/slideLayouts/slideLayout_8000001D_D8656D11.xml" ContentType="application/vnd.openxmlformats-officedocument.presentationml.slideLayout+xml"/>
  <Override PartName="/ppt/slideLayouts/slideLayout_8000001E_5F6469E5.xml" ContentType="application/vnd.openxmlformats-officedocument.presentationml.slideLayout+xml"/>
  <Override PartName="/ppt/slideLayouts/slideLayout_8000001F_89647C7D.xml" ContentType="application/vnd.openxmlformats-officedocument.presentationml.slideLayout+xml"/>
  <Override PartName="/ppt/slideLayouts/slideLayout_80000020_2BDF4BC4.xml" ContentType="application/vnd.openxmlformats-officedocument.presentationml.slideLayout+xml"/>
  <Override PartName="/ppt/slideLayouts/slideLayout_80000021_A5552EC2.xml" ContentType="application/vnd.openxmlformats-officedocument.presentationml.slideLayout+xml"/>
  <Override PartName="/ppt/slideLayouts/slideLayout_80000022_4FF6FA14.xml" ContentType="application/vnd.openxmlformats-officedocument.presentationml.slideLayout+xml"/>
  <Override PartName="/ppt/slideLayouts/slideLayout_80000023_E10B3B90.xml" ContentType="application/vnd.openxmlformats-officedocument.presentationml.slideLayout+xml"/>
  <Override PartName="/ppt/slideLayouts/slideLayout_80000024_20A4A202.xml" ContentType="application/vnd.openxmlformats-officedocument.presentationml.slideLayout+xml"/>
  <Override PartName="/ppt/slideLayouts/slideLayout_80000025_1904BF12.xml" ContentType="application/vnd.openxmlformats-officedocument.presentationml.slideLayout+xml"/>
  <Override PartName="/ppt/slideLayouts/slideLayout_80000026_25182E9D.xml" ContentType="application/vnd.openxmlformats-officedocument.presentationml.slideLayout+xml"/>
  <Override PartName="/ppt/slideLayouts/slideLayout_80000027_5F097BEA.xml" ContentType="application/vnd.openxmlformats-officedocument.presentationml.slideLayout+xml"/>
  <Override PartName="/ppt/slideLayouts/slideLayout_80000028_28DBC005.xml" ContentType="application/vnd.openxmlformats-officedocument.presentationml.slideLayout+xml"/>
  <Override PartName="/ppt/slideLayouts/slideLayout_80000029_7997F737.xml" ContentType="application/vnd.openxmlformats-officedocument.presentationml.slideLayout+xml"/>
  <Override PartName="/ppt/slideLayouts/slideLayout_8000002A_F2D78F0A.xml" ContentType="application/vnd.openxmlformats-officedocument.presentationml.slideLayout+xml"/>
  <Override PartName="/ppt/slideLayouts/slideLayout_8000002B_B3B218AD.xml" ContentType="application/vnd.openxmlformats-officedocument.presentationml.slideLayout+xml"/>
  <Override PartName="/ppt/slideLayouts/slideLayout_8000002C_6DE9D6C1.xml" ContentType="application/vnd.openxmlformats-officedocument.presentationml.slideLayout+xml"/>
  <Override PartName="/ppt/slideLayouts/slideLayout_8000002D_1C1FB42D.xml" ContentType="application/vnd.openxmlformats-officedocument.presentationml.slideLayout+xml"/>
  <Override PartName="/ppt/slideLayouts/slideLayout_8000002E_6E7797EE.xml" ContentType="application/vnd.openxmlformats-officedocument.presentationml.slideLayout+xml"/>
  <Override PartName="/ppt/slideLayouts/slideLayout_8000002F_124D64BE.xml" ContentType="application/vnd.openxmlformats-officedocument.presentationml.slideLayout+xml"/>
  <Override PartName="/ppt/slideLayouts/slideLayout_80000030_A7ECB50D.xml" ContentType="application/vnd.openxmlformats-officedocument.presentationml.slideLayout+xml"/>
  <Override PartName="/ppt/slideLayouts/slideLayout_80000031_6C21A901.xml" ContentType="application/vnd.openxmlformats-officedocument.presentationml.slideLayout+xml"/>
  <Override PartName="/ppt/slideLayouts/slideLayout_80000032_15C425E6.xml" ContentType="application/vnd.openxmlformats-officedocument.presentationml.slideLayout+xml"/>
  <Override PartName="/ppt/slideLayouts/slideLayout_80000033_651F9F05.xml" ContentType="application/vnd.openxmlformats-officedocument.presentationml.slideLayout+xml"/>
  <Override PartName="/ppt/slideLayouts/slideLayout_80000034_5BE3179C.xml" ContentType="application/vnd.openxmlformats-officedocument.presentationml.slideLayout+xml"/>
  <Override PartName="/ppt/slideLayouts/slideLayout_80000035_FD10BAAF.xml" ContentType="application/vnd.openxmlformats-officedocument.presentationml.slideLayout+xml"/>
  <Override PartName="/ppt/slideLayouts/slideLayout_80000036_BE8DFAFE.xml" ContentType="application/vnd.openxmlformats-officedocument.presentationml.slideLayout+xml"/>
  <Override PartName="/ppt/slideLayouts/slideLayout_80000037_373D08D9.xml" ContentType="application/vnd.openxmlformats-officedocument.presentationml.slideLayout+xml"/>
  <Override PartName="/ppt/slideLayouts/slideLayout_80000038_6BDF0184.xml" ContentType="application/vnd.openxmlformats-officedocument.presentationml.slideLayout+xml"/>
  <Override PartName="/ppt/slideLayouts/slideLayout_80000039_D1D998F3.xml" ContentType="application/vnd.openxmlformats-officedocument.presentationml.slideLayout+xml"/>
  <Override PartName="/ppt/slideLayouts/slideLayout_8000003A_2838F2C9.xml" ContentType="application/vnd.openxmlformats-officedocument.presentationml.slideLayout+xml"/>
  <Override PartName="/ppt/slideLayouts/slideLayout_8000003B_D58B73A4.xml" ContentType="application/vnd.openxmlformats-officedocument.presentationml.slideLayout+xml"/>
  <Override PartName="/ppt/slideLayouts/slideLayout_8000003C_B9499599.xml" ContentType="application/vnd.openxmlformats-officedocument.presentationml.slideLayout+xml"/>
  <Override PartName="/ppt/slideLayouts/slideLayout_8000003D_7210E133.xml" ContentType="application/vnd.openxmlformats-officedocument.presentationml.slideLayout+xml"/>
  <Override PartName="/ppt/slideLayouts/slideLayout_8000003E_BCF4BE78.xml" ContentType="application/vnd.openxmlformats-officedocument.presentationml.slideLayout+xml"/>
  <Override PartName="/ppt/slideLayouts/slideLayout_8000003F_E319B2F.xml" ContentType="application/vnd.openxmlformats-officedocument.presentationml.slideLayout+xml"/>
  <Override PartName="/ppt/slideLayouts/slideLayout_80000040_FE216692.xml" ContentType="application/vnd.openxmlformats-officedocument.presentationml.slideLayout+xml"/>
  <Override PartName="/ppt/slideLayouts/slideLayout_80000041_4EB12CEC.xml" ContentType="application/vnd.openxmlformats-officedocument.presentationml.slideLayout+xml"/>
  <Override PartName="/ppt/theme/theme_0_39262D31.xml" ContentType="application/vnd.openxmlformats-officedocument.theme+xml"/>
  <Override PartName="/ppt/notesSlides/notesSlide_A01_DC7FB0E5.xml" ContentType="application/vnd.openxmlformats-officedocument.presentationml.notesSlide+xml"/>
  <Override PartName="/ppt/notesSlides/notesSlide_A02_77DA7721.xml" ContentType="application/vnd.openxmlformats-officedocument.presentationml.notesSlide+xml"/>
  <Override PartName="/ppt/notesSlides/notesSlide_A03_961C247A.xml" ContentType="application/vnd.openxmlformats-officedocument.presentationml.notesSlide+xml"/>
  <Override PartName="/ppt/notesSlides/notesSlide_A04_3F982DBC.xml" ContentType="application/vnd.openxmlformats-officedocument.presentationml.notesSlide+xml"/>
  <Override PartName="/ppt/notesSlides/notesSlide_A05_9E33E26E.xml" ContentType="application/vnd.openxmlformats-officedocument.presentationml.notesSlide+xml"/>
  <Override PartName="/ppt/notesSlides/notesSlide_A06_877F9A4D.xml" ContentType="application/vnd.openxmlformats-officedocument.presentationml.notesSlide+xml"/>
  <Override PartName="/ppt/notesSlides/notesSlide_A07_4FF7D4AD.xml" ContentType="application/vnd.openxmlformats-officedocument.presentationml.notesSlide+xml"/>
  <Override PartName="/ppt/notesSlides/notesSlide_A08_8D0ED88A.xml" ContentType="application/vnd.openxmlformats-officedocument.presentationml.notesSlide+xml"/>
  <Override PartName="/ppt/notesSlides/notesSlide_A09_DD4C7A3E.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evance Health Clinical Preparation Activity" id="{211B572B-DF64-45A9-AEFC-B2A75029E0F7}">
          <p14:sldIdLst>
            <p14:sldId id="2561"/>
          </p14:sldIdLst>
        </p14:section>
        <p14:section name="Clinical Technology Readiness Overview" id="{C3D0959D-20C5-43F4-B93F-32A69B9ABAFB}">
          <p14:sldIdLst>
            <p14:sldId id="2562"/>
            <p14:sldId id="2563"/>
          </p14:sldIdLst>
        </p14:section>
        <p14:section name="Core Backend Technologies" id="{B12872ED-4FFD-4BDB-8570-F49A34F62068}">
          <p14:sldIdLst>
            <p14:sldId id="2564"/>
            <p14:sldId id="2565"/>
            <p14:sldId id="2566"/>
          </p14:sldIdLst>
        </p14:section>
        <p14:section name="Data, Cloud, and Frontend Integration" id="{4E295CBE-A42C-4FFC-9DD3-043BC624B798}">
          <p14:sldIdLst>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4FF7D4AD.xml"/><Relationship Id="rId13" Type="http://schemas.openxmlformats.org/officeDocument/2006/relationships/theme" Target="theme/theme_80000000_A5E4325B.xml"/><Relationship Id="rId3" Type="http://schemas.openxmlformats.org/officeDocument/2006/relationships/slide" Target="slides/slide_A02_77DA7721.xml"/><Relationship Id="rId7" Type="http://schemas.openxmlformats.org/officeDocument/2006/relationships/slide" Target="slides/slide_A06_877F9A4D.xml"/><Relationship Id="rId12" Type="http://schemas.openxmlformats.org/officeDocument/2006/relationships/presProps" Target="presProps.xml"/><Relationship Id="rId2" Type="http://schemas.openxmlformats.org/officeDocument/2006/relationships/slide" Target="slides/slide_A01_DC7FB0E5.xml"/><Relationship Id="rId1" Type="http://schemas.openxmlformats.org/officeDocument/2006/relationships/slideMaster" Target="slideMasters/slideMaster_80000000_A5E4325B.xml"/><Relationship Id="rId6" Type="http://schemas.openxmlformats.org/officeDocument/2006/relationships/slide" Target="slides/slide_A05_9E33E26E.xml"/><Relationship Id="rId11" Type="http://schemas.openxmlformats.org/officeDocument/2006/relationships/notesMaster" Target="notesMasters/notesMaster_0_39262D31.xml"/><Relationship Id="rId5" Type="http://schemas.openxmlformats.org/officeDocument/2006/relationships/slide" Target="slides/slide_A04_3F982DBC.xml"/><Relationship Id="rId10" Type="http://schemas.openxmlformats.org/officeDocument/2006/relationships/slide" Target="slides/slide_A09_DD4C7A3E.xml"/><Relationship Id="rId4" Type="http://schemas.openxmlformats.org/officeDocument/2006/relationships/slide" Target="slides/slide_A03_961C247A.xml"/><Relationship Id="rId9" Type="http://schemas.openxmlformats.org/officeDocument/2006/relationships/slide" Target="slides/slide_A08_8D0ED88A.xml"/><Relationship Id="rId14" Type="http://schemas.openxmlformats.org/officeDocument/2006/relationships/tableStyles" Target="tableStyles.xml"/></Relationships>
</file>

<file path=ppt/notesMasters/_rels/notesMaster_0_39262D31.xml.rels><?xml version="1.0" encoding="UTF-8" standalone="yes"?>
<Relationships xmlns="http://schemas.openxmlformats.org/package/2006/relationships"><Relationship Id="rId1" Type="http://schemas.openxmlformats.org/officeDocument/2006/relationships/theme" Target="../theme/theme_0_39262D31.xml"/></Relationships>
</file>

<file path=ppt/notesMasters/notesMaster_0_39262D3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5C1DC1-5A6B-44B9-BBE8-46CEEF420221}"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D7632-009B-414F-807A-D62058EB850A}" type="slidenum">
              <a:t/>
            </a:fld>
            <a:endParaRPr lang="en-US"/>
          </a:p>
        </p:txBody>
      </p:sp>
    </p:spTree>
    <p:extLst>
      <p:ext uri="{BB962C8B-B14F-4D97-AF65-F5344CB8AC3E}">
        <p14:creationId xmlns:p14="http://schemas.microsoft.com/office/powerpoint/2010/main" val="958803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1_DC7FB0E5.xml.rels><?xml version="1.0" encoding="UTF-8" standalone="yes"?>
<Relationships xmlns="http://schemas.openxmlformats.org/package/2006/relationships"><Relationship Id="rId2" Type="http://schemas.openxmlformats.org/officeDocument/2006/relationships/slide" Target="../slides/slide_A01_DC7FB0E5.xml"/><Relationship Id="rId1" Type="http://schemas.openxmlformats.org/officeDocument/2006/relationships/notesMaster" Target="../notesMasters/notesMaster_0_39262D31.xml"/></Relationships>
</file>

<file path=ppt/notesSlides/_rels/notesSlide_A02_77DA7721.xml.rels><?xml version="1.0" encoding="UTF-8" standalone="yes"?>
<Relationships xmlns="http://schemas.openxmlformats.org/package/2006/relationships"><Relationship Id="rId2" Type="http://schemas.openxmlformats.org/officeDocument/2006/relationships/slide" Target="../slides/slide_A02_77DA7721.xml"/><Relationship Id="rId1" Type="http://schemas.openxmlformats.org/officeDocument/2006/relationships/notesMaster" Target="../notesMasters/notesMaster_0_39262D31.xml"/></Relationships>
</file>

<file path=ppt/notesSlides/_rels/notesSlide_A03_961C247A.xml.rels><?xml version="1.0" encoding="UTF-8" standalone="yes"?>
<Relationships xmlns="http://schemas.openxmlformats.org/package/2006/relationships"><Relationship Id="rId2" Type="http://schemas.openxmlformats.org/officeDocument/2006/relationships/slide" Target="../slides/slide_A03_961C247A.xml"/><Relationship Id="rId1" Type="http://schemas.openxmlformats.org/officeDocument/2006/relationships/notesMaster" Target="../notesMasters/notesMaster_0_39262D31.xml"/></Relationships>
</file>

<file path=ppt/notesSlides/_rels/notesSlide_A04_3F982DBC.xml.rels><?xml version="1.0" encoding="UTF-8" standalone="yes"?>
<Relationships xmlns="http://schemas.openxmlformats.org/package/2006/relationships"><Relationship Id="rId2" Type="http://schemas.openxmlformats.org/officeDocument/2006/relationships/slide" Target="../slides/slide_A04_3F982DBC.xml"/><Relationship Id="rId1" Type="http://schemas.openxmlformats.org/officeDocument/2006/relationships/notesMaster" Target="../notesMasters/notesMaster_0_39262D31.xml"/></Relationships>
</file>

<file path=ppt/notesSlides/_rels/notesSlide_A05_9E33E26E.xml.rels><?xml version="1.0" encoding="UTF-8" standalone="yes"?>
<Relationships xmlns="http://schemas.openxmlformats.org/package/2006/relationships"><Relationship Id="rId2" Type="http://schemas.openxmlformats.org/officeDocument/2006/relationships/slide" Target="../slides/slide_A05_9E33E26E.xml"/><Relationship Id="rId1" Type="http://schemas.openxmlformats.org/officeDocument/2006/relationships/notesMaster" Target="../notesMasters/notesMaster_0_39262D31.xml"/></Relationships>
</file>

<file path=ppt/notesSlides/_rels/notesSlide_A06_877F9A4D.xml.rels><?xml version="1.0" encoding="UTF-8" standalone="yes"?>
<Relationships xmlns="http://schemas.openxmlformats.org/package/2006/relationships"><Relationship Id="rId2" Type="http://schemas.openxmlformats.org/officeDocument/2006/relationships/slide" Target="../slides/slide_A06_877F9A4D.xml"/><Relationship Id="rId1" Type="http://schemas.openxmlformats.org/officeDocument/2006/relationships/notesMaster" Target="../notesMasters/notesMaster_0_39262D31.xml"/></Relationships>
</file>

<file path=ppt/notesSlides/_rels/notesSlide_A07_4FF7D4AD.xml.rels><?xml version="1.0" encoding="UTF-8" standalone="yes"?>
<Relationships xmlns="http://schemas.openxmlformats.org/package/2006/relationships"><Relationship Id="rId2" Type="http://schemas.openxmlformats.org/officeDocument/2006/relationships/slide" Target="../slides/slide_A07_4FF7D4AD.xml"/><Relationship Id="rId1" Type="http://schemas.openxmlformats.org/officeDocument/2006/relationships/notesMaster" Target="../notesMasters/notesMaster_0_39262D31.xml"/></Relationships>
</file>

<file path=ppt/notesSlides/_rels/notesSlide_A08_8D0ED88A.xml.rels><?xml version="1.0" encoding="UTF-8" standalone="yes"?>
<Relationships xmlns="http://schemas.openxmlformats.org/package/2006/relationships"><Relationship Id="rId2" Type="http://schemas.openxmlformats.org/officeDocument/2006/relationships/slide" Target="../slides/slide_A08_8D0ED88A.xml"/><Relationship Id="rId1" Type="http://schemas.openxmlformats.org/officeDocument/2006/relationships/notesMaster" Target="../notesMasters/notesMaster_0_39262D31.xml"/></Relationships>
</file>

<file path=ppt/notesSlides/_rels/notesSlide_A09_DD4C7A3E.xml.rels><?xml version="1.0" encoding="UTF-8" standalone="yes"?>
<Relationships xmlns="http://schemas.openxmlformats.org/package/2006/relationships"><Relationship Id="rId2" Type="http://schemas.openxmlformats.org/officeDocument/2006/relationships/slide" Target="../slides/slide_A09_DD4C7A3E.xml"/><Relationship Id="rId1" Type="http://schemas.openxmlformats.org/officeDocument/2006/relationships/notesMaster" Target="../notesMasters/notesMaster_0_39262D31.xml"/></Relationships>
</file>

<file path=ppt/notesSlides/notesSlide_A01_DC7FB0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1931582033"/>
      </p:ext>
    </p:extLst>
  </p:cSld>
  <p:clrMapOvr>
    <a:masterClrMapping/>
  </p:clrMapOvr>
</p:notes>
</file>

<file path=ppt/notesSlides/notesSlide_A02_77DA77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Preparation Goals and Approach</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249638709"/>
      </p:ext>
    </p:extLst>
  </p:cSld>
  <p:clrMapOvr>
    <a:masterClrMapping/>
  </p:clrMapOvr>
</p:notes>
</file>

<file path=ppt/notesSlides/notesSlide_A03_961C247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documents a focused preparation initiative designed to transition enterprise backend engineering expertise into the Elevance Health Clinical technology stack. The approach emphasizes practical readiness, system familiarity, and knowledge-transfer capability rather than theoretical learning alone. The primary objectives are to demonstrate hands-on proficiency across required technologies, establish clear mappings between existing enterprise experience and the Clinical stack, and create tangible artifacts that support KT sessions, development onboarding, and stakeholder confidence.
The preparation strategy is structured around disciplined, measurable activities including environment setup, core architecture review, sample application development, security alignment, and clinical workflow mapping. Each technology area is treated as both an independent competency and as part of an integrated healthcare system, acknowledging that clinical platforms demand reliability, data integrity, regulatory awareness, and cross-layer collaboration.
This effort also prioritizes communication readiness. Each technology preparation track includes KT notes, risk identification, and documented explanations to ensure the ability to articulate design decisions, security considerations, and architectural trade-offs during onboarding discussions or interviews. The output of this work includes GitHub repositories, documentation, diagrams, and tracked activities providing evidence of readiness. Ultimately, this preparation ensures immediate contribution capability within a Clinical engineering team while aligning with Elevance Health’s standards for scalable, secure, and patient-centered systems.</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3915538289"/>
      </p:ext>
    </p:extLst>
  </p:cSld>
  <p:clrMapOvr>
    <a:masterClrMapping/>
  </p:clrMapOvr>
</p:notes>
</file>

<file path=ppt/notesSlides/notesSlide_A04_3F982DB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Java and Spring Boot Readiness, JSP and MVC UI Integration</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2476774162"/>
      </p:ext>
    </p:extLst>
  </p:cSld>
  <p:clrMapOvr>
    <a:masterClrMapping/>
  </p:clrMapOvr>
</p:notes>
</file>

<file path=ppt/notesSlides/notesSlide_A05_9E33E26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Java and Spring Boot form the foundation of Clinical backend services, providing structure, scalability, and secure API delivery. Preparation in this area focuses on translating enterprise backend patterns already mastered in other ecosystems into Spring Boot conventions. Key activities include building RESTful controllers, applying layered architecture principles, implementing service and repository patterns, and managing application configuration and dependency injection via Spring’s framework.
Emphasis is placed on understanding how Spring Boot supports healthcare-grade reliability through transaction management, exception handling, and modular configuration. Sample development includes creating domain models reflective of real clinical entities such as patients, visits, and conditions, allowing alignment with healthcare workflows. Additionally, security considerations are incorporated by preparing hooks for authentication, authorization, and audit logging, acknowledging HIPAA-aligned design expectations.
The end goal of this preparation is not merely syntax familiarity, but fluency in Spring Boot as a production-grade platform. This includes explaining application startup lifecycles, REST endpoint behavior, request validation, and error handling patterns during KT. By grounding Java and Spring Boot learning in real clinical use cases, readiness extends beyond code into effective participation in system design discussions and production troubleshooting.</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3886514527"/>
      </p:ext>
    </p:extLst>
  </p:cSld>
  <p:clrMapOvr>
    <a:masterClrMapping/>
  </p:clrMapOvr>
</p:notes>
</file>

<file path=ppt/notesSlides/notesSlide_A06_877F9A4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JSP plays a role in rendering server-side views within Spring MVC applications, often supporting internal administrative or clinician-facing interfaces. Preparation in this area emphasizes understanding MVC flow rather than advanced front-end design. Activities include wiring controllers to views, passing model attributes, rendering dynamic tables and forms, and handling basic user interactions through POST and GET requests.
The focus is on clarity and correctness: ensuring that data flows cleanly from backend services to UI components and that views accurately reflect clinical data states. JSP tag libraries, simple iteration constructs, and expression language usage are practiced to demonstrate competency without unnecessary complexity.
This preparation also includes explaining how JSP fits into modern architectures alongside React or Angular, recognizing that JSP may serve targeted functions while APIs power richer client-side applications. KT discussions center on when and why JSP is appropriate, maintenance considerations, and how server-rendered views can safely interact with sensitive clinical data. Demonstrated competency confirms the ability to work effectively within existing Clinical systems while contributing to future modernization efforts.</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3177110922"/>
      </p:ext>
    </p:extLst>
  </p:cSld>
  <p:clrMapOvr>
    <a:masterClrMapping/>
  </p:clrMapOvr>
</p:notes>
</file>

<file path=ppt/notesSlides/notesSlide_A07_4FF7D4A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MongoDB Data Modeling for Clinical Systems, AWS and Frontend Framework Awareness</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1723672640"/>
      </p:ext>
    </p:extLst>
  </p:cSld>
  <p:clrMapOvr>
    <a:masterClrMapping/>
  </p:clrMapOvr>
</p:notes>
</file>

<file path=ppt/notesSlides/notesSlide_A08_8D0ED88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MongoDB is utilized in many Clinical architectures to support flexible, document-oriented data storage. Preparation focuses on data modeling decisions aligned with healthcare workflows, such as encapsulating patient context into cohesive documents to reduce query complexity and improve performance. Activities include creating Spring Data repositories, defining document schemas, and implementing basic CRUD operations.
Special attention is given to understanding trade-offs between relational and document storage, particularly in the context of clinical data integrity, auditing, and access patterns. Preparation includes the ability to articulate how MongoDB supports scalability and how data consistency is managed at the application layer when required.
KT readiness includes explaining indexing strategies, versioning considerations, and how MongoDB fits into a HIPAA-conscious architecture when combined with proper access controls and logging. This demonstrates thoughtful data engineering rather than surface-level database usage.</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3130736689"/>
      </p:ext>
    </p:extLst>
  </p:cSld>
  <p:clrMapOvr>
    <a:masterClrMapping/>
  </p:clrMapOvr>
</p:notes>
</file>

<file path=ppt/notesSlides/notesSlide_A09_DD4C7A3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AWS proficiency within the Clinical stack revolves around understanding deployment environments, scalability models, and operational responsibilities rather than managing infrastructure in isolation. Preparation includes mapping Spring Boot applications to containerized or cloud-hosted deployments, understanding environment configuration, and recognizing the role of monitoring and logging in healthcare systems.
Frontend awareness of React and Angular focuses on integration rather than deep UI specialization. Preparation includes understanding how backend APIs support frontend applications, contract-driven development, and collaboration patterns between backend and frontend teams. Knowledge of CORS, authentication flows, and API versioning ensures smooth interoperability.
KT discussions emphasize system-level thinking: how backend services, databases, frontend clients, and cloud infrastructure operate together to deliver reliable clinical functionality. This holistic view confirms readiness to participate effectively in cross-functional Clinical engineering environments.</a:t>
            </a:r>
          </a:p>
        </p:txBody>
      </p:sp>
      <p:sp>
        <p:nvSpPr>
          <p:cNvPr id="4" name="Slide Number Placeholder 3"/>
          <p:cNvSpPr>
            <a:spLocks noGrp="1"/>
          </p:cNvSpPr>
          <p:nvPr>
            <p:ph type="sldNum" sz="quarter" idx="5"/>
          </p:nvPr>
        </p:nvSpPr>
        <p:spPr/>
        <p:txBody>
          <a:bodyPr/>
          <a:lstStyle/>
          <a:p>
            <a:fld id="{375D1172-D5E1-4D0F-8F35-B7588F04AFA5}" type="slidenum">
              <a:t/>
            </a:fld>
            <a:endParaRPr lang="en-US"/>
          </a:p>
        </p:txBody>
      </p:sp>
    </p:spTree>
    <p:extLst>
      <p:ext uri="{BB962C8B-B14F-4D97-AF65-F5344CB8AC3E}">
        <p14:creationId xmlns:p14="http://schemas.microsoft.com/office/powerpoint/2010/main" val="295450589"/>
      </p:ext>
    </p:extLst>
  </p:cSld>
  <p:clrMapOvr>
    <a:masterClrMapping/>
  </p:clrMapOvr>
</p:notes>
</file>

<file path=ppt/slideLayouts/_rels/slideLayout_8000000A_CA109C28.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0B_7D00B57E.xml.rels><?xml version="1.0" encoding="UTF-8" standalone="yes"?>
<Relationships xmlns="http://schemas.openxmlformats.org/package/2006/relationships"><Relationship Id="rId2" Type="http://schemas.openxmlformats.org/officeDocument/2006/relationships/image" Target="../media/image_94EB99C1.jpeg"/><Relationship Id="rId1" Type="http://schemas.openxmlformats.org/officeDocument/2006/relationships/slideMaster" Target="../slideMasters/slideMaster_80000000_A5E4325B.xml"/></Relationships>
</file>

<file path=ppt/slideLayouts/_rels/slideLayout_8000001A_8E3C5056.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B_628E1043.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C_9A94F9AD.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D_D8656D11.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E_5F6469E5.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F_89647C7D.xml.rels><?xml version="1.0" encoding="UTF-8" standalone="yes"?>
<Relationships xmlns="http://schemas.openxmlformats.org/package/2006/relationships"><Relationship Id="rId2" Type="http://schemas.openxmlformats.org/officeDocument/2006/relationships/image" Target="../media/image_D2AA9D46.jpeg"/><Relationship Id="rId1" Type="http://schemas.openxmlformats.org/officeDocument/2006/relationships/slideMaster" Target="../slideMasters/slideMaster_80000000_A5E4325B.xml"/></Relationships>
</file>

<file path=ppt/slideLayouts/_rels/slideLayout_8000002A_F2D78F0A.xml.rels><?xml version="1.0" encoding="UTF-8" standalone="yes"?>
<Relationships xmlns="http://schemas.openxmlformats.org/package/2006/relationships"><Relationship Id="rId2" Type="http://schemas.openxmlformats.org/officeDocument/2006/relationships/image" Target="../media/image_5B553753.jpeg"/><Relationship Id="rId1" Type="http://schemas.openxmlformats.org/officeDocument/2006/relationships/slideMaster" Target="../slideMasters/slideMaster_80000000_A5E4325B.xml"/></Relationships>
</file>

<file path=ppt/slideLayouts/_rels/slideLayout_8000002B_B3B218AD.xml.rels><?xml version="1.0" encoding="UTF-8" standalone="yes"?>
<Relationships xmlns="http://schemas.openxmlformats.org/package/2006/relationships"><Relationship Id="rId2" Type="http://schemas.openxmlformats.org/officeDocument/2006/relationships/image" Target="../media/image_5B553753.jpeg"/><Relationship Id="rId1" Type="http://schemas.openxmlformats.org/officeDocument/2006/relationships/slideMaster" Target="../slideMasters/slideMaster_80000000_A5E4325B.xml"/></Relationships>
</file>

<file path=ppt/slideLayouts/_rels/slideLayout_8000002C_6DE9D6C1.xml.rels><?xml version="1.0" encoding="UTF-8" standalone="yes"?>
<Relationships xmlns="http://schemas.openxmlformats.org/package/2006/relationships"><Relationship Id="rId2" Type="http://schemas.openxmlformats.org/officeDocument/2006/relationships/image" Target="../media/image_5B553753.jpeg"/><Relationship Id="rId1" Type="http://schemas.openxmlformats.org/officeDocument/2006/relationships/slideMaster" Target="../slideMasters/slideMaster_80000000_A5E4325B.xml"/></Relationships>
</file>

<file path=ppt/slideLayouts/_rels/slideLayout_8000002D_1C1FB42D.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2E_6E7797EE.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2F_124D64BE.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3A_2838F2C9.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B_D58B73A4.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C_B9499599.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D_7210E133.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E_BCF4BE78.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F_E319B2F.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01_81F75064.xml.rels><?xml version="1.0" encoding="UTF-8" standalone="yes"?>
<Relationships xmlns="http://schemas.openxmlformats.org/package/2006/relationships"><Relationship Id="rId2" Type="http://schemas.openxmlformats.org/officeDocument/2006/relationships/image" Target="../media/image_94EB99C1.jpeg"/><Relationship Id="rId1" Type="http://schemas.openxmlformats.org/officeDocument/2006/relationships/slideMaster" Target="../slideMasters/slideMaster_80000000_A5E4325B.xml"/></Relationships>
</file>

<file path=ppt/slideLayouts/_rels/slideLayout_80000002_AB3EDACE.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03_D2588AFD.xml.rels><?xml version="1.0" encoding="UTF-8" standalone="yes"?>
<Relationships xmlns="http://schemas.openxmlformats.org/package/2006/relationships"><Relationship Id="rId2" Type="http://schemas.openxmlformats.org/officeDocument/2006/relationships/image" Target="../media/image_28E44626.jpeg"/><Relationship Id="rId1" Type="http://schemas.openxmlformats.org/officeDocument/2006/relationships/slideMaster" Target="../slideMasters/slideMaster_80000000_A5E4325B.xml"/></Relationships>
</file>

<file path=ppt/slideLayouts/_rels/slideLayout_80000004_3F7C2281.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05_E9FE094F.xml.rels><?xml version="1.0" encoding="UTF-8" standalone="yes"?>
<Relationships xmlns="http://schemas.openxmlformats.org/package/2006/relationships"><Relationship Id="rId2" Type="http://schemas.openxmlformats.org/officeDocument/2006/relationships/image" Target="../media/image_5B553753.jpeg"/><Relationship Id="rId1" Type="http://schemas.openxmlformats.org/officeDocument/2006/relationships/slideMaster" Target="../slideMasters/slideMaster_80000000_A5E4325B.xml"/></Relationships>
</file>

<file path=ppt/slideLayouts/_rels/slideLayout_80000006_7CE6DF44.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07_4AEAECB9.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08_1E870740.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09_96A490B7.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18_96E7E74A.xml.rels><?xml version="1.0" encoding="UTF-8" standalone="yes"?>
<Relationships xmlns="http://schemas.openxmlformats.org/package/2006/relationships"><Relationship Id="rId2" Type="http://schemas.openxmlformats.org/officeDocument/2006/relationships/image" Target="../media/image_5B553753.jpeg"/><Relationship Id="rId1" Type="http://schemas.openxmlformats.org/officeDocument/2006/relationships/slideMaster" Target="../slideMasters/slideMaster_80000000_A5E4325B.xml"/></Relationships>
</file>

<file path=ppt/slideLayouts/_rels/slideLayout_80000019_ED8D7D75.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20_2BDF4BC4.xml.rels><?xml version="1.0" encoding="UTF-8" standalone="yes"?>
<Relationships xmlns="http://schemas.openxmlformats.org/package/2006/relationships"><Relationship Id="rId2" Type="http://schemas.openxmlformats.org/officeDocument/2006/relationships/image" Target="../media/image_D2AA9D46.jpeg"/><Relationship Id="rId1" Type="http://schemas.openxmlformats.org/officeDocument/2006/relationships/slideMaster" Target="../slideMasters/slideMaster_80000000_A5E4325B.xml"/></Relationships>
</file>

<file path=ppt/slideLayouts/_rels/slideLayout_80000021_A5552EC2.xml.rels><?xml version="1.0" encoding="UTF-8" standalone="yes"?>
<Relationships xmlns="http://schemas.openxmlformats.org/package/2006/relationships"><Relationship Id="rId2" Type="http://schemas.openxmlformats.org/officeDocument/2006/relationships/image" Target="../media/image_94EB99C1.jpeg"/><Relationship Id="rId1" Type="http://schemas.openxmlformats.org/officeDocument/2006/relationships/slideMaster" Target="../slideMasters/slideMaster_80000000_A5E4325B.xml"/></Relationships>
</file>

<file path=ppt/slideLayouts/_rels/slideLayout_80000022_4FF6FA14.xml.rels><?xml version="1.0" encoding="UTF-8" standalone="yes"?>
<Relationships xmlns="http://schemas.openxmlformats.org/package/2006/relationships"><Relationship Id="rId2" Type="http://schemas.openxmlformats.org/officeDocument/2006/relationships/image" Target="../media/image_94EB99C1.jpeg"/><Relationship Id="rId1" Type="http://schemas.openxmlformats.org/officeDocument/2006/relationships/slideMaster" Target="../slideMasters/slideMaster_80000000_A5E4325B.xml"/></Relationships>
</file>

<file path=ppt/slideLayouts/_rels/slideLayout_80000023_E10B3B90.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24_20A4A202.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25_1904BF12.xml.rels><?xml version="1.0" encoding="UTF-8" standalone="yes"?>
<Relationships xmlns="http://schemas.openxmlformats.org/package/2006/relationships"><Relationship Id="rId2" Type="http://schemas.openxmlformats.org/officeDocument/2006/relationships/image" Target="../media/image_A91125BA.jpeg"/><Relationship Id="rId1" Type="http://schemas.openxmlformats.org/officeDocument/2006/relationships/slideMaster" Target="../slideMasters/slideMaster_80000000_A5E4325B.xml"/></Relationships>
</file>

<file path=ppt/slideLayouts/_rels/slideLayout_80000026_25182E9D.xml.rels><?xml version="1.0" encoding="UTF-8" standalone="yes"?>
<Relationships xmlns="http://schemas.openxmlformats.org/package/2006/relationships"><Relationship Id="rId2" Type="http://schemas.openxmlformats.org/officeDocument/2006/relationships/image" Target="../media/image_94EB99C1.jpeg"/><Relationship Id="rId1" Type="http://schemas.openxmlformats.org/officeDocument/2006/relationships/slideMaster" Target="../slideMasters/slideMaster_80000000_A5E4325B.xml"/></Relationships>
</file>

<file path=ppt/slideLayouts/_rels/slideLayout_80000027_5F097BEA.xml.rels><?xml version="1.0" encoding="UTF-8" standalone="yes"?>
<Relationships xmlns="http://schemas.openxmlformats.org/package/2006/relationships"><Relationship Id="rId2" Type="http://schemas.openxmlformats.org/officeDocument/2006/relationships/image" Target="../media/image_78D5646F.jpeg"/><Relationship Id="rId1" Type="http://schemas.openxmlformats.org/officeDocument/2006/relationships/slideMaster" Target="../slideMasters/slideMaster_80000000_A5E4325B.xml"/></Relationships>
</file>

<file path=ppt/slideLayouts/_rels/slideLayout_80000028_28DBC005.xml.rels><?xml version="1.0" encoding="UTF-8" standalone="yes"?>
<Relationships xmlns="http://schemas.openxmlformats.org/package/2006/relationships"><Relationship Id="rId2" Type="http://schemas.openxmlformats.org/officeDocument/2006/relationships/image" Target="../media/image_28E44626.jpeg"/><Relationship Id="rId1" Type="http://schemas.openxmlformats.org/officeDocument/2006/relationships/slideMaster" Target="../slideMasters/slideMaster_80000000_A5E4325B.xml"/></Relationships>
</file>

<file path=ppt/slideLayouts/_rels/slideLayout_80000029_7997F737.xml.rels><?xml version="1.0" encoding="UTF-8" standalone="yes"?>
<Relationships xmlns="http://schemas.openxmlformats.org/package/2006/relationships"><Relationship Id="rId2" Type="http://schemas.openxmlformats.org/officeDocument/2006/relationships/image" Target="../media/image_28E44626.jpeg"/><Relationship Id="rId1" Type="http://schemas.openxmlformats.org/officeDocument/2006/relationships/slideMaster" Target="../slideMasters/slideMaster_80000000_A5E4325B.xml"/></Relationships>
</file>

<file path=ppt/slideLayouts/_rels/slideLayout_80000030_A7ECB50D.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1_6C21A901.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2_15C425E6.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3_651F9F05.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4_5BE3179C.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5_FD10BAAF.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6_BE8DFAFE.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7_373D08D9.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8_6BDF0184.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39_D1D998F3.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40_FE216692.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_rels/slideLayout_80000041_4EB12CEC.xml.rels><?xml version="1.0" encoding="UTF-8" standalone="yes"?>
<Relationships xmlns="http://schemas.openxmlformats.org/package/2006/relationships"><Relationship Id="rId1" Type="http://schemas.openxmlformats.org/officeDocument/2006/relationships/slideMaster" Target="../slideMasters/slideMaster_80000000_A5E4325B.xml"/></Relationships>
</file>

<file path=ppt/slideLayouts/slideLayout_8000000A_CA109C28.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390086184"/>
      </p:ext>
    </p:extLst>
  </p:cSld>
  <p:clrMapOvr>
    <a:overrideClrMapping bg1="lt1" tx1="dk1" bg2="lt2" tx2="dk2" accent1="accent1" accent2="accent2" accent3="accent3" accent4="accent4" accent5="accent5" accent6="accent6" hlink="hlink" folHlink="folHlink"/>
  </p:clrMapOvr>
</p:sldLayout>
</file>

<file path=ppt/slideLayouts/slideLayout_8000000B_7D00B57E.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7198462"/>
      </p:ext>
    </p:extLst>
  </p:cSld>
  <p:clrMapOvr>
    <a:overrideClrMapping bg1="lt1" tx1="dk1" bg2="lt2" tx2="dk2" accent1="accent1" accent2="accent2" accent3="accent3" accent4="accent4" accent5="accent5" accent6="accent6" hlink="hlink" folHlink="folHlink"/>
  </p:clrMapOvr>
</p:sldLayout>
</file>

<file path=ppt/slideLayouts/slideLayout_8000001A_8E3C5056.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6317398"/>
      </p:ext>
    </p:extLst>
  </p:cSld>
  <p:clrMapOvr>
    <a:overrideClrMapping bg1="lt1" tx1="dk1" bg2="lt2" tx2="dk2" accent1="accent1" accent2="accent2" accent3="accent3" accent4="accent4" accent5="accent5" accent6="accent6" hlink="hlink" folHlink="folHlink"/>
  </p:clrMapOvr>
</p:sldLayout>
</file>

<file path=ppt/slideLayouts/slideLayout_8000001B_628E1043.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3477443"/>
      </p:ext>
    </p:extLst>
  </p:cSld>
  <p:clrMapOvr>
    <a:overrideClrMapping bg1="lt1" tx1="dk1" bg2="lt2" tx2="dk2" accent1="accent1" accent2="accent2" accent3="accent3" accent4="accent4" accent5="accent5" accent6="accent6" hlink="hlink" folHlink="folHlink"/>
  </p:clrMapOvr>
</p:sldLayout>
</file>

<file path=ppt/slideLayouts/slideLayout_8000001C_9A94F9AD.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3454509"/>
      </p:ext>
    </p:extLst>
  </p:cSld>
  <p:clrMapOvr>
    <a:overrideClrMapping bg1="lt1" tx1="dk1" bg2="lt2" tx2="dk2" accent1="accent1" accent2="accent2" accent3="accent3" accent4="accent4" accent5="accent5" accent6="accent6" hlink="hlink" folHlink="folHlink"/>
  </p:clrMapOvr>
</p:sldLayout>
</file>

<file path=ppt/slideLayouts/slideLayout_8000001D_D8656D11.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0525713"/>
      </p:ext>
    </p:extLst>
  </p:cSld>
  <p:clrMapOvr>
    <a:overrideClrMapping bg1="lt1" tx1="dk1" bg2="lt2" tx2="dk2" accent1="accent1" accent2="accent2" accent3="accent3" accent4="accent4" accent5="accent5" accent6="accent6" hlink="hlink" folHlink="folHlink"/>
  </p:clrMapOvr>
</p:sldLayout>
</file>

<file path=ppt/slideLayouts/slideLayout_8000001E_5F6469E5.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0416229"/>
      </p:ext>
    </p:extLst>
  </p:cSld>
  <p:clrMapOvr>
    <a:overrideClrMapping bg1="lt1" tx1="dk1" bg2="lt2" tx2="dk2" accent1="accent1" accent2="accent2" accent3="accent3" accent4="accent4" accent5="accent5" accent6="accent6" hlink="hlink" folHlink="folHlink"/>
  </p:clrMapOvr>
</p:sldLayout>
</file>

<file path=ppt/slideLayouts/slideLayout_8000001F_89647C7D.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064061"/>
      </p:ext>
    </p:extLst>
  </p:cSld>
  <p:clrMapOvr>
    <a:overrideClrMapping bg1="lt1" tx1="dk1" bg2="lt2" tx2="dk2" accent1="accent1" accent2="accent2" accent3="accent3" accent4="accent4" accent5="accent5" accent6="accent6" hlink="hlink" folHlink="folHlink"/>
  </p:clrMapOvr>
</p:sldLayout>
</file>

<file path=ppt/slideLayouts/slideLayout_8000002A_F2D78F0A.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4074213130"/>
      </p:ext>
    </p:extLst>
  </p:cSld>
  <p:clrMapOvr>
    <a:overrideClrMapping bg1="lt1" tx1="dk1" bg2="lt2" tx2="dk2" accent1="accent1" accent2="accent2" accent3="accent3" accent4="accent4" accent5="accent5" accent6="accent6" hlink="hlink" folHlink="folHlink"/>
  </p:clrMapOvr>
</p:sldLayout>
</file>

<file path=ppt/slideLayouts/slideLayout_8000002B_B3B218AD.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014793389"/>
      </p:ext>
    </p:extLst>
  </p:cSld>
  <p:clrMapOvr>
    <a:overrideClrMapping bg1="lt1" tx1="dk1" bg2="lt2" tx2="dk2" accent1="accent1" accent2="accent2" accent3="accent3" accent4="accent4" accent5="accent5" accent6="accent6" hlink="hlink" folHlink="folHlink"/>
  </p:clrMapOvr>
</p:sldLayout>
</file>

<file path=ppt/slideLayouts/slideLayout_8000002C_6DE9D6C1.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4041409"/>
      </p:ext>
    </p:extLst>
  </p:cSld>
  <p:clrMapOvr>
    <a:overrideClrMapping bg1="lt1" tx1="dk1" bg2="lt2" tx2="dk2" accent1="accent1" accent2="accent2" accent3="accent3" accent4="accent4" accent5="accent5" accent6="accent6" hlink="hlink" folHlink="folHlink"/>
  </p:clrMapOvr>
</p:sldLayout>
</file>

<file path=ppt/slideLayouts/slideLayout_8000002D_1C1FB42D.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1839789"/>
      </p:ext>
    </p:extLst>
  </p:cSld>
  <p:clrMapOvr>
    <a:overrideClrMapping bg1="lt1" tx1="dk1" bg2="lt2" tx2="dk2" accent1="accent1" accent2="accent2" accent3="accent3" accent4="accent4" accent5="accent5" accent6="accent6" hlink="hlink" folHlink="folHlink"/>
  </p:clrMapOvr>
</p:sldLayout>
</file>

<file path=ppt/slideLayouts/slideLayout_8000002E_6E7797EE.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1853331438"/>
      </p:ext>
    </p:extLst>
  </p:cSld>
  <p:clrMapOvr>
    <a:overrideClrMapping bg1="lt1" tx1="dk1" bg2="lt2" tx2="dk2" accent1="accent1" accent2="accent2" accent3="accent3" accent4="accent4" accent5="accent5" accent6="accent6" hlink="hlink" folHlink="folHlink"/>
  </p:clrMapOvr>
</p:sldLayout>
</file>

<file path=ppt/slideLayouts/slideLayout_8000002F_124D64BE.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061950"/>
      </p:ext>
    </p:extLst>
  </p:cSld>
  <p:clrMapOvr>
    <a:overrideClrMapping bg1="lt1" tx1="dk1" bg2="lt2" tx2="dk2" accent1="accent1" accent2="accent2" accent3="accent3" accent4="accent4" accent5="accent5" accent6="accent6" hlink="hlink" folHlink="folHlink"/>
  </p:clrMapOvr>
</p:sldLayout>
</file>

<file path=ppt/slideLayouts/slideLayout_8000003A_2838F2C9.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4820809"/>
      </p:ext>
    </p:extLst>
  </p:cSld>
  <p:clrMapOvr>
    <a:overrideClrMapping bg1="lt1" tx1="dk1" bg2="lt2" tx2="dk2" accent1="accent1" accent2="accent2" accent3="accent3" accent4="accent4" accent5="accent5" accent6="accent6" hlink="hlink" folHlink="folHlink"/>
  </p:clrMapOvr>
</p:sldLayout>
</file>

<file path=ppt/slideLayouts/slideLayout_8000003B_D58B73A4.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2686116"/>
      </p:ext>
    </p:extLst>
  </p:cSld>
  <p:clrMapOvr>
    <a:overrideClrMapping bg1="lt1" tx1="dk1" bg2="lt2" tx2="dk2" accent1="accent1" accent2="accent2" accent3="accent3" accent4="accent4" accent5="accent5" accent6="accent6" hlink="hlink" folHlink="folHlink"/>
  </p:clrMapOvr>
</p:sldLayout>
</file>

<file path=ppt/slideLayouts/slideLayout_8000003C_B9499599.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108607385"/>
      </p:ext>
    </p:extLst>
  </p:cSld>
  <p:clrMapOvr>
    <a:overrideClrMapping bg1="lt1" tx1="dk1" bg2="lt2" tx2="dk2" accent1="accent1" accent2="accent2" accent3="accent3" accent4="accent4" accent5="accent5" accent6="accent6" hlink="hlink" folHlink="folHlink"/>
  </p:clrMapOvr>
</p:sldLayout>
</file>

<file path=ppt/slideLayouts/slideLayout_8000003D_7210E133.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1913708851"/>
      </p:ext>
    </p:extLst>
  </p:cSld>
  <p:clrMapOvr>
    <a:overrideClrMapping bg1="lt1" tx1="dk1" bg2="lt2" tx2="dk2" accent1="accent1" accent2="accent2" accent3="accent3" accent4="accent4" accent5="accent5" accent6="accent6" hlink="hlink" folHlink="folHlink"/>
  </p:clrMapOvr>
</p:sldLayout>
</file>

<file path=ppt/slideLayouts/slideLayout_8000003E_BCF4BE7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170156152"/>
      </p:ext>
    </p:extLst>
  </p:cSld>
  <p:clrMapOvr>
    <a:overrideClrMapping bg1="lt1" tx1="dk1" bg2="lt2" tx2="dk2" accent1="accent1" accent2="accent2" accent3="accent3" accent4="accent4" accent5="accent5" accent6="accent6" hlink="hlink" folHlink="folHlink"/>
  </p:clrMapOvr>
</p:sldLayout>
</file>

<file path=ppt/slideLayouts/slideLayout_8000003F_E319B2F.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132015"/>
      </p:ext>
    </p:extLst>
  </p:cSld>
  <p:clrMapOvr>
    <a:overrideClrMapping bg1="lt1" tx1="dk1" bg2="lt2" tx2="dk2" accent1="accent1" accent2="accent2" accent3="accent3" accent4="accent4" accent5="accent5" accent6="accent6" hlink="hlink" folHlink="folHlink"/>
  </p:clrMapOvr>
</p:sldLayout>
</file>

<file path=ppt/slideLayouts/slideLayout_80000001_81F75064.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0468836"/>
      </p:ext>
    </p:extLst>
  </p:cSld>
  <p:clrMapOvr>
    <a:overrideClrMapping bg1="lt1" tx1="dk1" bg2="lt2" tx2="dk2" accent1="accent1" accent2="accent2" accent3="accent3" accent4="accent4" accent5="accent5" accent6="accent6" hlink="hlink" folHlink="folHlink"/>
  </p:clrMapOvr>
</p:sldLayout>
</file>

<file path=ppt/slideLayouts/slideLayout_80000002_AB3EDACE.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3023182"/>
      </p:ext>
    </p:extLst>
  </p:cSld>
  <p:clrMapOvr>
    <a:overrideClrMapping bg1="lt1" tx1="dk1" bg2="lt2" tx2="dk2" accent1="accent1" accent2="accent2" accent3="accent3" accent4="accent4" accent5="accent5" accent6="accent6" hlink="hlink" folHlink="folHlink"/>
  </p:clrMapOvr>
</p:sldLayout>
</file>

<file path=ppt/slideLayouts/slideLayout_80000003_D2588AFD.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9018109"/>
      </p:ext>
    </p:extLst>
  </p:cSld>
  <p:clrMapOvr>
    <a:overrideClrMapping bg1="lt1" tx1="dk1" bg2="lt2" tx2="dk2" accent1="accent1" accent2="accent2" accent3="accent3" accent4="accent4" accent5="accent5" accent6="accent6" hlink="hlink" folHlink="folHlink"/>
  </p:clrMapOvr>
</p:sldLayout>
</file>

<file path=ppt/slideLayouts/slideLayout_80000004_3F7C2281.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1065099905"/>
      </p:ext>
    </p:extLst>
  </p:cSld>
  <p:clrMapOvr>
    <a:overrideClrMapping bg1="lt1" tx1="dk1" bg2="lt2" tx2="dk2" accent1="accent1" accent2="accent2" accent3="accent3" accent4="accent4" accent5="accent5" accent6="accent6" hlink="hlink" folHlink="folHlink"/>
  </p:clrMapOvr>
</p:sldLayout>
</file>

<file path=ppt/slideLayouts/slideLayout_80000005_E9FE094F.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925739855"/>
      </p:ext>
    </p:extLst>
  </p:cSld>
  <p:clrMapOvr>
    <a:overrideClrMapping bg1="lt1" tx1="dk1" bg2="lt2" tx2="dk2" accent1="accent1" accent2="accent2" accent3="accent3" accent4="accent4" accent5="accent5" accent6="accent6" hlink="hlink" folHlink="folHlink"/>
  </p:clrMapOvr>
</p:sldLayout>
</file>

<file path=ppt/slideLayouts/slideLayout_80000006_7CE6DF44.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5505220"/>
      </p:ext>
    </p:extLst>
  </p:cSld>
  <p:clrMapOvr>
    <a:overrideClrMapping bg1="lt1" tx1="dk1" bg2="lt2" tx2="dk2" accent1="accent1" accent2="accent2" accent3="accent3" accent4="accent4" accent5="accent5" accent6="accent6" hlink="hlink" folHlink="folHlink"/>
  </p:clrMapOvr>
</p:sldLayout>
</file>

<file path=ppt/slideLayouts/slideLayout_80000007_4AEAECB9.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6910009"/>
      </p:ext>
    </p:extLst>
  </p:cSld>
  <p:clrMapOvr>
    <a:overrideClrMapping bg1="lt1" tx1="dk1" bg2="lt2" tx2="dk2" accent1="accent1" accent2="accent2" accent3="accent3" accent4="accent4" accent5="accent5" accent6="accent6" hlink="hlink" folHlink="folHlink"/>
  </p:clrMapOvr>
</p:sldLayout>
</file>

<file path=ppt/slideLayouts/slideLayout_80000008_1E870740.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2165696"/>
      </p:ext>
    </p:extLst>
  </p:cSld>
  <p:clrMapOvr>
    <a:overrideClrMapping bg1="dk1" tx1="lt1" bg2="dk2" tx2="lt2" accent1="accent1" accent2="accent2" accent3="accent3" accent4="accent4" accent5="accent5" accent6="accent6" hlink="hlink" folHlink="folHlink"/>
  </p:clrMapOvr>
</p:sldLayout>
</file>

<file path=ppt/slideLayouts/slideLayout_80000009_96A490B7.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7367351"/>
      </p:ext>
    </p:extLst>
  </p:cSld>
  <p:clrMapOvr>
    <a:overrideClrMapping bg1="dk1" tx1="lt1" bg2="dk2" tx2="lt2" accent1="accent1" accent2="accent2" accent3="accent3" accent4="accent4" accent5="accent5" accent6="accent6" hlink="hlink" folHlink="folHlink"/>
  </p:clrMapOvr>
</p:sldLayout>
</file>

<file path=ppt/slideLayouts/slideLayout_80000018_96E7E74A.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1780426"/>
      </p:ext>
    </p:extLst>
  </p:cSld>
  <p:clrMapOvr>
    <a:overrideClrMapping bg1="lt1" tx1="dk1" bg2="lt2" tx2="dk2" accent1="accent1" accent2="accent2" accent3="accent3" accent4="accent4" accent5="accent5" accent6="accent6" hlink="hlink" folHlink="folHlink"/>
  </p:clrMapOvr>
</p:sldLayout>
</file>

<file path=ppt/slideLayouts/slideLayout_80000019_ED8D7D75.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spTree>
    <p:extLst>
      <p:ext uri="{BB962C8B-B14F-4D97-AF65-F5344CB8AC3E}">
        <p14:creationId xmlns:p14="http://schemas.microsoft.com/office/powerpoint/2010/main" val="3985472885"/>
      </p:ext>
    </p:extLst>
  </p:cSld>
  <p:clrMapOvr>
    <a:overrideClrMapping bg1="lt1" tx1="dk1" bg2="lt2" tx2="dk2" accent1="accent1" accent2="accent2" accent3="accent3" accent4="accent4" accent5="accent5" accent6="accent6" hlink="hlink" folHlink="folHlink"/>
  </p:clrMapOvr>
</p:sldLayout>
</file>

<file path=ppt/slideLayouts/slideLayout_80000020_2BDF4BC4.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6054212"/>
      </p:ext>
    </p:extLst>
  </p:cSld>
  <p:clrMapOvr>
    <a:overrideClrMapping bg1="lt1" tx1="dk1" bg2="lt2" tx2="dk2" accent1="accent1" accent2="accent2" accent3="accent3" accent4="accent4" accent5="accent5" accent6="accent6" hlink="hlink" folHlink="folHlink"/>
  </p:clrMapOvr>
</p:sldLayout>
</file>

<file path=ppt/slideLayouts/slideLayout_80000021_A5552EC2.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3823170"/>
      </p:ext>
    </p:extLst>
  </p:cSld>
  <p:clrMapOvr>
    <a:overrideClrMapping bg1="lt1" tx1="dk1" bg2="lt2" tx2="dk2" accent1="accent1" accent2="accent2" accent3="accent3" accent4="accent4" accent5="accent5" accent6="accent6" hlink="hlink" folHlink="folHlink"/>
  </p:clrMapOvr>
</p:sldLayout>
</file>

<file path=ppt/slideLayouts/slideLayout_80000022_4FF6FA14.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585940"/>
      </p:ext>
    </p:extLst>
  </p:cSld>
  <p:clrMapOvr>
    <a:overrideClrMapping bg1="lt1" tx1="dk1" bg2="lt2" tx2="dk2" accent1="accent1" accent2="accent2" accent3="accent3" accent4="accent4" accent5="accent5" accent6="accent6" hlink="hlink" folHlink="folHlink"/>
  </p:clrMapOvr>
</p:sldLayout>
</file>

<file path=ppt/slideLayouts/slideLayout_80000023_E10B3B90.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5609744"/>
      </p:ext>
    </p:extLst>
  </p:cSld>
  <p:clrMapOvr>
    <a:overrideClrMapping bg1="lt1" tx1="dk1" bg2="lt2" tx2="dk2" accent1="accent1" accent2="accent2" accent3="accent3" accent4="accent4" accent5="accent5" accent6="accent6" hlink="hlink" folHlink="folHlink"/>
  </p:clrMapOvr>
</p:sldLayout>
</file>

<file path=ppt/slideLayouts/slideLayout_80000024_20A4A202.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7660290"/>
      </p:ext>
    </p:extLst>
  </p:cSld>
  <p:clrMapOvr>
    <a:overrideClrMapping bg1="lt1" tx1="dk1" bg2="lt2" tx2="dk2" accent1="accent1" accent2="accent2" accent3="accent3" accent4="accent4" accent5="accent5" accent6="accent6" hlink="hlink" folHlink="folHlink"/>
  </p:clrMapOvr>
</p:sldLayout>
</file>

<file path=ppt/slideLayouts/slideLayout_80000025_1904BF12.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741458"/>
      </p:ext>
    </p:extLst>
  </p:cSld>
  <p:clrMapOvr>
    <a:overrideClrMapping bg1="lt1" tx1="dk1" bg2="lt2" tx2="dk2" accent1="accent1" accent2="accent2" accent3="accent3" accent4="accent4" accent5="accent5" accent6="accent6" hlink="hlink" folHlink="folHlink"/>
  </p:clrMapOvr>
</p:sldLayout>
</file>

<file path=ppt/slideLayouts/slideLayout_80000026_25182E9D.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2341789"/>
      </p:ext>
    </p:extLst>
  </p:cSld>
  <p:clrMapOvr>
    <a:overrideClrMapping bg1="lt1" tx1="dk1" bg2="lt2" tx2="dk2" accent1="accent1" accent2="accent2" accent3="accent3" accent4="accent4" accent5="accent5" accent6="accent6" hlink="hlink" folHlink="folHlink"/>
  </p:clrMapOvr>
</p:sldLayout>
</file>

<file path=ppt/slideLayouts/slideLayout_80000027_5F097BEA.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4457066"/>
      </p:ext>
    </p:extLst>
  </p:cSld>
  <p:clrMapOvr>
    <a:overrideClrMapping bg1="lt1" tx1="dk1" bg2="lt2" tx2="dk2" accent1="accent1" accent2="accent2" accent3="accent3" accent4="accent4" accent5="accent5" accent6="accent6" hlink="hlink" folHlink="folHlink"/>
  </p:clrMapOvr>
</p:sldLayout>
</file>

<file path=ppt/slideLayouts/slideLayout_80000028_28DBC005.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5490181"/>
      </p:ext>
    </p:extLst>
  </p:cSld>
  <p:clrMapOvr>
    <a:overrideClrMapping bg1="lt1" tx1="dk1" bg2="lt2" tx2="dk2" accent1="accent1" accent2="accent2" accent3="accent3" accent4="accent4" accent5="accent5" accent6="accent6" hlink="hlink" folHlink="folHlink"/>
  </p:clrMapOvr>
</p:sldLayout>
</file>

<file path=ppt/slideLayouts/slideLayout_80000029_7997F737.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0002359"/>
      </p:ext>
    </p:extLst>
  </p:cSld>
  <p:clrMapOvr>
    <a:overrideClrMapping bg1="lt1" tx1="dk1" bg2="lt2" tx2="dk2" accent1="accent1" accent2="accent2" accent3="accent3" accent4="accent4" accent5="accent5" accent6="accent6" hlink="hlink" folHlink="folHlink"/>
  </p:clrMapOvr>
</p:sldLayout>
</file>

<file path=ppt/slideLayouts/slideLayout_80000030_A7ECB50D.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7307917"/>
      </p:ext>
    </p:extLst>
  </p:cSld>
  <p:clrMapOvr>
    <a:overrideClrMapping bg1="lt1" tx1="dk1" bg2="lt2" tx2="dk2" accent1="accent1" accent2="accent2" accent3="accent3" accent4="accent4" accent5="accent5" accent6="accent6" hlink="hlink" folHlink="folHlink"/>
  </p:clrMapOvr>
</p:sldLayout>
</file>

<file path=ppt/slideLayouts/slideLayout_80000031_6C21A901.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4145281"/>
      </p:ext>
    </p:extLst>
  </p:cSld>
  <p:clrMapOvr>
    <a:overrideClrMapping bg1="dk1" tx1="lt1" bg2="dk2" tx2="lt2" accent1="accent1" accent2="accent2" accent3="accent3" accent4="accent4" accent5="accent5" accent6="accent6" hlink="hlink" folHlink="folHlink"/>
  </p:clrMapOvr>
</p:sldLayout>
</file>

<file path=ppt/slideLayouts/slideLayout_80000032_15C425E6.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176294"/>
      </p:ext>
    </p:extLst>
  </p:cSld>
  <p:clrMapOvr>
    <a:overrideClrMapping bg1="lt1" tx1="dk1" bg2="lt2" tx2="dk2" accent1="accent1" accent2="accent2" accent3="accent3" accent4="accent4" accent5="accent5" accent6="accent6" hlink="hlink" folHlink="folHlink"/>
  </p:clrMapOvr>
</p:sldLayout>
</file>

<file path=ppt/slideLayouts/slideLayout_80000033_651F9F05.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6571141"/>
      </p:ext>
    </p:extLst>
  </p:cSld>
  <p:clrMapOvr>
    <a:overrideClrMapping bg1="dk1" tx1="lt1" bg2="dk2" tx2="lt2" accent1="accent1" accent2="accent2" accent3="accent3" accent4="accent4" accent5="accent5" accent6="accent6" hlink="hlink" folHlink="folHlink"/>
  </p:clrMapOvr>
</p:sldLayout>
</file>

<file path=ppt/slideLayouts/slideLayout_80000034_5BE3179C.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1609372"/>
      </p:ext>
    </p:extLst>
  </p:cSld>
  <p:clrMapOvr>
    <a:overrideClrMapping bg1="lt1" tx1="dk1" bg2="lt2" tx2="dk2" accent1="accent1" accent2="accent2" accent3="accent3" accent4="accent4" accent5="accent5" accent6="accent6" hlink="hlink" folHlink="folHlink"/>
  </p:clrMapOvr>
</p:sldLayout>
</file>

<file path=ppt/slideLayouts/slideLayout_80000035_FD10BAAF.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5732015"/>
      </p:ext>
    </p:extLst>
  </p:cSld>
  <p:clrMapOvr>
    <a:overrideClrMapping bg1="lt1" tx1="dk1" bg2="lt2" tx2="dk2" accent1="accent1" accent2="accent2" accent3="accent3" accent4="accent4" accent5="accent5" accent6="accent6" hlink="hlink" folHlink="folHlink"/>
  </p:clrMapOvr>
</p:sldLayout>
</file>

<file path=ppt/slideLayouts/slideLayout_80000036_BE8DFAFE.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6975870"/>
      </p:ext>
    </p:extLst>
  </p:cSld>
  <p:clrMapOvr>
    <a:overrideClrMapping bg1="lt1" tx1="dk1" bg2="lt2" tx2="dk2" accent1="accent1" accent2="accent2" accent3="accent3" accent4="accent4" accent5="accent5" accent6="accent6" hlink="hlink" folHlink="folHlink"/>
  </p:clrMapOvr>
</p:sldLayout>
</file>

<file path=ppt/slideLayouts/slideLayout_80000037_373D08D9.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6746841"/>
      </p:ext>
    </p:extLst>
  </p:cSld>
  <p:clrMapOvr>
    <a:overrideClrMapping bg1="lt1" tx1="dk1" bg2="lt2" tx2="dk2" accent1="accent1" accent2="accent2" accent3="accent3" accent4="accent4" accent5="accent5" accent6="accent6" hlink="hlink" folHlink="folHlink"/>
  </p:clrMapOvr>
</p:sldLayout>
</file>

<file path=ppt/slideLayouts/slideLayout_80000038_6BDF018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9777028"/>
      </p:ext>
    </p:extLst>
  </p:cSld>
  <p:clrMapOvr>
    <a:overrideClrMapping bg1="lt1" tx1="dk1" bg2="lt2" tx2="dk2" accent1="accent1" accent2="accent2" accent3="accent3" accent4="accent4" accent5="accent5" accent6="accent6" hlink="hlink" folHlink="folHlink"/>
  </p:clrMapOvr>
</p:sldLayout>
</file>

<file path=ppt/slideLayouts/slideLayout_80000039_D1D998F3.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0698611"/>
      </p:ext>
    </p:extLst>
  </p:cSld>
  <p:clrMapOvr>
    <a:overrideClrMapping bg1="dk1" tx1="lt1" bg2="dk2" tx2="lt2" accent1="accent1" accent2="accent2" accent3="accent3" accent4="accent4" accent5="accent5" accent6="accent6" hlink="hlink" folHlink="folHlink"/>
  </p:clrMapOvr>
</p:sldLayout>
</file>

<file path=ppt/slideLayouts/slideLayout_80000040_FE21669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3601810"/>
      </p:ext>
    </p:extLst>
  </p:cSld>
  <p:clrMapOvr>
    <a:overrideClrMapping bg1="lt1" tx1="dk1" bg2="lt2" tx2="dk2" accent1="accent1" accent2="accent2" accent3="accent3" accent4="accent4" accent5="accent5" accent6="accent6" hlink="hlink" folHlink="folHlink"/>
  </p:clrMapOvr>
</p:sldLayout>
</file>

<file path=ppt/slideLayouts/slideLayout_80000041_4EB12CEC.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0234220"/>
      </p:ext>
    </p:extLst>
  </p:cSld>
  <p:clrMapOvr>
    <a:overrideClrMapping bg1="lt1" tx1="dk1" bg2="lt2" tx2="dk2" accent1="accent1" accent2="accent2" accent3="accent3" accent4="accent4" accent5="accent5" accent6="accent6" hlink="hlink" folHlink="folHlink"/>
  </p:clrMapOvr>
</p:sldLayout>
</file>

<file path=ppt/slideMasters/_rels/slideMaster_80000000_A5E4325B.xml.rels><?xml version="1.0" encoding="UTF-8" standalone="yes"?>
<Relationships xmlns="http://schemas.openxmlformats.org/package/2006/relationships"><Relationship Id="rId13" Type="http://schemas.openxmlformats.org/officeDocument/2006/relationships/slideLayout" Target="../slideLayouts/slideLayout_80000019_ED8D7D75.xml"/><Relationship Id="rId18" Type="http://schemas.openxmlformats.org/officeDocument/2006/relationships/slideLayout" Target="../slideLayouts/slideLayout_8000001E_5F6469E5.xml"/><Relationship Id="rId26" Type="http://schemas.openxmlformats.org/officeDocument/2006/relationships/slideLayout" Target="../slideLayouts/slideLayout_80000026_25182E9D.xml"/><Relationship Id="rId39" Type="http://schemas.openxmlformats.org/officeDocument/2006/relationships/slideLayout" Target="../slideLayouts/slideLayout_80000033_651F9F05.xml"/><Relationship Id="rId21" Type="http://schemas.openxmlformats.org/officeDocument/2006/relationships/slideLayout" Target="../slideLayouts/slideLayout_80000021_A5552EC2.xml"/><Relationship Id="rId34" Type="http://schemas.openxmlformats.org/officeDocument/2006/relationships/slideLayout" Target="../slideLayouts/slideLayout_8000002E_6E7797EE.xml"/><Relationship Id="rId42" Type="http://schemas.openxmlformats.org/officeDocument/2006/relationships/slideLayout" Target="../slideLayouts/slideLayout_80000036_BE8DFAFE.xml"/><Relationship Id="rId47" Type="http://schemas.openxmlformats.org/officeDocument/2006/relationships/slideLayout" Target="../slideLayouts/slideLayout_8000003B_D58B73A4.xml"/><Relationship Id="rId50" Type="http://schemas.openxmlformats.org/officeDocument/2006/relationships/slideLayout" Target="../slideLayouts/slideLayout_8000003E_BCF4BE78.xml"/><Relationship Id="rId7" Type="http://schemas.openxmlformats.org/officeDocument/2006/relationships/slideLayout" Target="../slideLayouts/slideLayout_80000007_4AEAECB9.xml"/><Relationship Id="rId2" Type="http://schemas.openxmlformats.org/officeDocument/2006/relationships/slideLayout" Target="../slideLayouts/slideLayout_80000002_AB3EDACE.xml"/><Relationship Id="rId16" Type="http://schemas.openxmlformats.org/officeDocument/2006/relationships/slideLayout" Target="../slideLayouts/slideLayout_8000001C_9A94F9AD.xml"/><Relationship Id="rId29" Type="http://schemas.openxmlformats.org/officeDocument/2006/relationships/slideLayout" Target="../slideLayouts/slideLayout_80000029_7997F737.xml"/><Relationship Id="rId11" Type="http://schemas.openxmlformats.org/officeDocument/2006/relationships/slideLayout" Target="../slideLayouts/slideLayout_8000000B_7D00B57E.xml"/><Relationship Id="rId24" Type="http://schemas.openxmlformats.org/officeDocument/2006/relationships/slideLayout" Target="../slideLayouts/slideLayout_80000024_20A4A202.xml"/><Relationship Id="rId32" Type="http://schemas.openxmlformats.org/officeDocument/2006/relationships/slideLayout" Target="../slideLayouts/slideLayout_8000002C_6DE9D6C1.xml"/><Relationship Id="rId37" Type="http://schemas.openxmlformats.org/officeDocument/2006/relationships/slideLayout" Target="../slideLayouts/slideLayout_80000031_6C21A901.xml"/><Relationship Id="rId40" Type="http://schemas.openxmlformats.org/officeDocument/2006/relationships/slideLayout" Target="../slideLayouts/slideLayout_80000034_5BE3179C.xml"/><Relationship Id="rId45" Type="http://schemas.openxmlformats.org/officeDocument/2006/relationships/slideLayout" Target="../slideLayouts/slideLayout_80000039_D1D998F3.xml"/><Relationship Id="rId53" Type="http://schemas.openxmlformats.org/officeDocument/2006/relationships/slideLayout" Target="../slideLayouts/slideLayout_80000041_4EB12CEC.xml"/><Relationship Id="rId5" Type="http://schemas.openxmlformats.org/officeDocument/2006/relationships/slideLayout" Target="../slideLayouts/slideLayout_80000005_E9FE094F.xml"/><Relationship Id="rId10" Type="http://schemas.openxmlformats.org/officeDocument/2006/relationships/slideLayout" Target="../slideLayouts/slideLayout_8000000A_CA109C28.xml"/><Relationship Id="rId19" Type="http://schemas.openxmlformats.org/officeDocument/2006/relationships/slideLayout" Target="../slideLayouts/slideLayout_8000001F_89647C7D.xml"/><Relationship Id="rId31" Type="http://schemas.openxmlformats.org/officeDocument/2006/relationships/slideLayout" Target="../slideLayouts/slideLayout_8000002B_B3B218AD.xml"/><Relationship Id="rId44" Type="http://schemas.openxmlformats.org/officeDocument/2006/relationships/slideLayout" Target="../slideLayouts/slideLayout_80000038_6BDF0184.xml"/><Relationship Id="rId52" Type="http://schemas.openxmlformats.org/officeDocument/2006/relationships/slideLayout" Target="../slideLayouts/slideLayout_80000040_FE216692.xml"/><Relationship Id="rId4" Type="http://schemas.openxmlformats.org/officeDocument/2006/relationships/slideLayout" Target="../slideLayouts/slideLayout_80000004_3F7C2281.xml"/><Relationship Id="rId9" Type="http://schemas.openxmlformats.org/officeDocument/2006/relationships/slideLayout" Target="../slideLayouts/slideLayout_80000009_96A490B7.xml"/><Relationship Id="rId14" Type="http://schemas.openxmlformats.org/officeDocument/2006/relationships/slideLayout" Target="../slideLayouts/slideLayout_8000001A_8E3C5056.xml"/><Relationship Id="rId22" Type="http://schemas.openxmlformats.org/officeDocument/2006/relationships/slideLayout" Target="../slideLayouts/slideLayout_80000022_4FF6FA14.xml"/><Relationship Id="rId27" Type="http://schemas.openxmlformats.org/officeDocument/2006/relationships/slideLayout" Target="../slideLayouts/slideLayout_80000027_5F097BEA.xml"/><Relationship Id="rId30" Type="http://schemas.openxmlformats.org/officeDocument/2006/relationships/slideLayout" Target="../slideLayouts/slideLayout_8000002A_F2D78F0A.xml"/><Relationship Id="rId35" Type="http://schemas.openxmlformats.org/officeDocument/2006/relationships/slideLayout" Target="../slideLayouts/slideLayout_8000002F_124D64BE.xml"/><Relationship Id="rId43" Type="http://schemas.openxmlformats.org/officeDocument/2006/relationships/slideLayout" Target="../slideLayouts/slideLayout_80000037_373D08D9.xml"/><Relationship Id="rId48" Type="http://schemas.openxmlformats.org/officeDocument/2006/relationships/slideLayout" Target="../slideLayouts/slideLayout_8000003C_B9499599.xml"/><Relationship Id="rId8" Type="http://schemas.openxmlformats.org/officeDocument/2006/relationships/slideLayout" Target="../slideLayouts/slideLayout_80000008_1E870740.xml"/><Relationship Id="rId51" Type="http://schemas.openxmlformats.org/officeDocument/2006/relationships/slideLayout" Target="../slideLayouts/slideLayout_8000003F_E319B2F.xml"/><Relationship Id="rId3" Type="http://schemas.openxmlformats.org/officeDocument/2006/relationships/slideLayout" Target="../slideLayouts/slideLayout_80000003_D2588AFD.xml"/><Relationship Id="rId12" Type="http://schemas.openxmlformats.org/officeDocument/2006/relationships/slideLayout" Target="../slideLayouts/slideLayout_80000018_96E7E74A.xml"/><Relationship Id="rId17" Type="http://schemas.openxmlformats.org/officeDocument/2006/relationships/slideLayout" Target="../slideLayouts/slideLayout_8000001D_D8656D11.xml"/><Relationship Id="rId25" Type="http://schemas.openxmlformats.org/officeDocument/2006/relationships/slideLayout" Target="../slideLayouts/slideLayout_80000025_1904BF12.xml"/><Relationship Id="rId33" Type="http://schemas.openxmlformats.org/officeDocument/2006/relationships/slideLayout" Target="../slideLayouts/slideLayout_8000002D_1C1FB42D.xml"/><Relationship Id="rId38" Type="http://schemas.openxmlformats.org/officeDocument/2006/relationships/slideLayout" Target="../slideLayouts/slideLayout_80000032_15C425E6.xml"/><Relationship Id="rId46" Type="http://schemas.openxmlformats.org/officeDocument/2006/relationships/slideLayout" Target="../slideLayouts/slideLayout_8000003A_2838F2C9.xml"/><Relationship Id="rId20" Type="http://schemas.openxmlformats.org/officeDocument/2006/relationships/slideLayout" Target="../slideLayouts/slideLayout_80000020_2BDF4BC4.xml"/><Relationship Id="rId41" Type="http://schemas.openxmlformats.org/officeDocument/2006/relationships/slideLayout" Target="../slideLayouts/slideLayout_80000035_FD10BAAF.xml"/><Relationship Id="rId54" Type="http://schemas.openxmlformats.org/officeDocument/2006/relationships/theme" Target="../theme/theme_80000000_A5E4325B.xml"/><Relationship Id="rId1" Type="http://schemas.openxmlformats.org/officeDocument/2006/relationships/slideLayout" Target="../slideLayouts/slideLayout_80000001_81F75064.xml"/><Relationship Id="rId6" Type="http://schemas.openxmlformats.org/officeDocument/2006/relationships/slideLayout" Target="../slideLayouts/slideLayout_80000006_7CE6DF44.xml"/><Relationship Id="rId15" Type="http://schemas.openxmlformats.org/officeDocument/2006/relationships/slideLayout" Target="../slideLayouts/slideLayout_8000001B_628E1043.xml"/><Relationship Id="rId23" Type="http://schemas.openxmlformats.org/officeDocument/2006/relationships/slideLayout" Target="../slideLayouts/slideLayout_80000023_E10B3B90.xml"/><Relationship Id="rId28" Type="http://schemas.openxmlformats.org/officeDocument/2006/relationships/slideLayout" Target="../slideLayouts/slideLayout_80000028_28DBC005.xml"/><Relationship Id="rId36" Type="http://schemas.openxmlformats.org/officeDocument/2006/relationships/slideLayout" Target="../slideLayouts/slideLayout_80000030_A7ECB50D.xml"/><Relationship Id="rId49" Type="http://schemas.openxmlformats.org/officeDocument/2006/relationships/slideLayout" Target="../slideLayouts/slideLayout_8000003D_7210E133.xml"/></Relationships>
</file>

<file path=ppt/slideMasters/slideMaster_80000000_A5E4325B.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
            </a:fld>
            <a:endParaRPr lang="en-US"/>
          </a:p>
        </p:txBody>
      </p:sp>
    </p:spTree>
    <p:extLst>
      <p:ext uri="{BB962C8B-B14F-4D97-AF65-F5344CB8AC3E}">
        <p14:creationId xmlns:p14="http://schemas.microsoft.com/office/powerpoint/2010/main" val="2783195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_A01_DC7FB0E5.xml.rels><?xml version="1.0" encoding="UTF-8" standalone="yes"?>
<Relationships xmlns="http://schemas.openxmlformats.org/package/2006/relationships"><Relationship Id="rId3" Type="http://schemas.openxmlformats.org/officeDocument/2006/relationships/image" Target="../media/image_B8838DD3.jpeg"/><Relationship Id="rId2" Type="http://schemas.openxmlformats.org/officeDocument/2006/relationships/notesSlide" Target="../notesSlides/notesSlide_A01_DC7FB0E5.xml"/><Relationship Id="rId1" Type="http://schemas.openxmlformats.org/officeDocument/2006/relationships/slideLayout" Target="../slideLayouts/slideLayout_80000005_E9FE094F.xml"/></Relationships>
</file>

<file path=ppt/slides/_rels/slide_A02_77DA7721.xml.rels><?xml version="1.0" encoding="UTF-8" standalone="yes"?>
<Relationships xmlns="http://schemas.openxmlformats.org/package/2006/relationships"><Relationship Id="rId2" Type="http://schemas.openxmlformats.org/officeDocument/2006/relationships/notesSlide" Target="../notesSlides/notesSlide_A02_77DA7721.xml"/><Relationship Id="rId1" Type="http://schemas.openxmlformats.org/officeDocument/2006/relationships/slideLayout" Target="../slideLayouts/slideLayout_80000009_96A490B7.xml"/></Relationships>
</file>

<file path=ppt/slides/_rels/slide_A03_961C247A.xml.rels><?xml version="1.0" encoding="UTF-8" standalone="yes"?>
<Relationships xmlns="http://schemas.openxmlformats.org/package/2006/relationships"><Relationship Id="rId3" Type="http://schemas.openxmlformats.org/officeDocument/2006/relationships/image" Target="../media/image_67FA1BCE.jpeg"/><Relationship Id="rId2" Type="http://schemas.openxmlformats.org/officeDocument/2006/relationships/notesSlide" Target="../notesSlides/notesSlide_A03_961C247A.xml"/><Relationship Id="rId1" Type="http://schemas.openxmlformats.org/officeDocument/2006/relationships/slideLayout" Target="../slideLayouts/slideLayout_80000026_25182E9D.xml"/></Relationships>
</file>

<file path=ppt/slides/_rels/slide_A04_3F982DBC.xml.rels><?xml version="1.0" encoding="UTF-8" standalone="yes"?>
<Relationships xmlns="http://schemas.openxmlformats.org/package/2006/relationships"><Relationship Id="rId2" Type="http://schemas.openxmlformats.org/officeDocument/2006/relationships/notesSlide" Target="../notesSlides/notesSlide_A04_3F982DBC.xml"/><Relationship Id="rId1" Type="http://schemas.openxmlformats.org/officeDocument/2006/relationships/slideLayout" Target="../slideLayouts/slideLayout_80000009_96A490B7.xml"/></Relationships>
</file>

<file path=ppt/slides/_rels/slide_A05_9E33E26E.xml.rels><?xml version="1.0" encoding="UTF-8" standalone="yes"?>
<Relationships xmlns="http://schemas.openxmlformats.org/package/2006/relationships"><Relationship Id="rId3" Type="http://schemas.openxmlformats.org/officeDocument/2006/relationships/image" Target="../media/image_8B442196.jpeg"/><Relationship Id="rId2" Type="http://schemas.openxmlformats.org/officeDocument/2006/relationships/notesSlide" Target="../notesSlides/notesSlide_A05_9E33E26E.xml"/><Relationship Id="rId1" Type="http://schemas.openxmlformats.org/officeDocument/2006/relationships/slideLayout" Target="../slideLayouts/slideLayout_80000026_25182E9D.xml"/></Relationships>
</file>

<file path=ppt/slides/_rels/slide_A06_877F9A4D.xml.rels><?xml version="1.0" encoding="UTF-8" standalone="yes"?>
<Relationships xmlns="http://schemas.openxmlformats.org/package/2006/relationships"><Relationship Id="rId3" Type="http://schemas.openxmlformats.org/officeDocument/2006/relationships/image" Target="../media/image_EDBBA6E7.jpeg"/><Relationship Id="rId2" Type="http://schemas.openxmlformats.org/officeDocument/2006/relationships/notesSlide" Target="../notesSlides/notesSlide_A06_877F9A4D.xml"/><Relationship Id="rId1" Type="http://schemas.openxmlformats.org/officeDocument/2006/relationships/slideLayout" Target="../slideLayouts/slideLayout_80000026_25182E9D.xml"/></Relationships>
</file>

<file path=ppt/slides/_rels/slide_A07_4FF7D4AD.xml.rels><?xml version="1.0" encoding="UTF-8" standalone="yes"?>
<Relationships xmlns="http://schemas.openxmlformats.org/package/2006/relationships"><Relationship Id="rId2" Type="http://schemas.openxmlformats.org/officeDocument/2006/relationships/notesSlide" Target="../notesSlides/notesSlide_A07_4FF7D4AD.xml"/><Relationship Id="rId1" Type="http://schemas.openxmlformats.org/officeDocument/2006/relationships/slideLayout" Target="../slideLayouts/slideLayout_80000009_96A490B7.xml"/></Relationships>
</file>

<file path=ppt/slides/_rels/slide_A08_8D0ED88A.xml.rels><?xml version="1.0" encoding="UTF-8" standalone="yes"?>
<Relationships xmlns="http://schemas.openxmlformats.org/package/2006/relationships"><Relationship Id="rId3" Type="http://schemas.openxmlformats.org/officeDocument/2006/relationships/image" Target="../media/image_E6DD499F.jpeg"/><Relationship Id="rId2" Type="http://schemas.openxmlformats.org/officeDocument/2006/relationships/notesSlide" Target="../notesSlides/notesSlide_A08_8D0ED88A.xml"/><Relationship Id="rId1" Type="http://schemas.openxmlformats.org/officeDocument/2006/relationships/slideLayout" Target="../slideLayouts/slideLayout_80000025_1904BF12.xml"/></Relationships>
</file>

<file path=ppt/slides/_rels/slide_A09_DD4C7A3E.xml.rels><?xml version="1.0" encoding="UTF-8" standalone="yes"?>
<Relationships xmlns="http://schemas.openxmlformats.org/package/2006/relationships"><Relationship Id="rId3" Type="http://schemas.openxmlformats.org/officeDocument/2006/relationships/image" Target="../media/image_C168D1B7.jpeg"/><Relationship Id="rId2" Type="http://schemas.openxmlformats.org/officeDocument/2006/relationships/notesSlide" Target="../notesSlides/notesSlide_A09_DD4C7A3E.xml"/><Relationship Id="rId1" Type="http://schemas.openxmlformats.org/officeDocument/2006/relationships/slideLayout" Target="../slideLayouts/slideLayout_80000025_1904BF12.xml"/></Relationships>
</file>

<file path=ppt/slides/slide_A01_DC7FB0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26A2-4775-2BA1-B98D-E66E95D6B831}"/>
              </a:ext>
            </a:extLst>
          </p:cNvPr>
          <p:cNvSpPr>
            <a:spLocks noGrp="1"/>
          </p:cNvSpPr>
          <p:nvPr>
            <p:ph type="title"/>
          </p:nvPr>
        </p:nvSpPr>
        <p:spPr>
          <a:xfrm>
            <a:off x="429901" y="5056743"/>
            <a:ext cx="11339400" cy="966902"/>
          </a:xfrm>
        </p:spPr>
        <p:txBody>
          <a:bodyPr anchor="b">
            <a:normAutofit/>
          </a:bodyPr>
          <a:lstStyle/>
          <a:p>
            <a:r>
              <a:rPr lang="en-US" sz="3700"/>
              <a:t>Elevance Health Clinical Preparation Activity</a:t>
            </a:r>
          </a:p>
        </p:txBody>
      </p:sp>
      <p:pic>
        <p:nvPicPr>
          <p:cNvPr id="4" name="Picture 3" descr="Doctors wearing masks">
            <a:extLst>
              <a:ext uri="{FF2B5EF4-FFF2-40B4-BE49-F238E27FC236}">
                <a16:creationId xmlns:a16="http://schemas.microsoft.com/office/drawing/2014/main" id="{5AFAA24C-8467-4E71-A5EC-BBA8EB9EFCA4}"/>
              </a:ext>
            </a:extLst>
          </p:cNvPr>
          <p:cNvPicPr>
            <a:picLocks noChangeAspect="1"/>
          </p:cNvPicPr>
          <p:nvPr/>
        </p:nvPicPr>
        <p:blipFill>
          <a:blip r:embed="rId3"/>
          <a:srcRect t="5248" b="33934"/>
          <a:stretch>
            <a:fillRect/>
          </a:stretch>
        </p:blipFill>
        <p:spPr>
          <a:xfrm>
            <a:off x="20" y="10"/>
            <a:ext cx="12191980" cy="4930902"/>
          </a:xfrm>
          <a:prstGeom prst="rect">
            <a:avLst/>
          </a:prstGeom>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922995F7-E069-3EAE-F987-0D4966A6EA9A}"/>
              </a:ext>
            </a:extLst>
          </p:cNvPr>
          <p:cNvSpPr>
            <a:spLocks noGrp="1"/>
          </p:cNvSpPr>
          <p:nvPr>
            <p:ph type="body" idx="1"/>
          </p:nvPr>
        </p:nvSpPr>
        <p:spPr>
          <a:xfrm>
            <a:off x="429902" y="5979576"/>
            <a:ext cx="11339400" cy="365126"/>
          </a:xfrm>
        </p:spPr>
        <p:txBody>
          <a:bodyPr anchor="t">
            <a:normAutofit/>
          </a:bodyPr>
          <a:lstStyle/>
          <a:p>
            <a:pPr>
              <a:lnSpc>
                <a:spcPct val="110000"/>
              </a:lnSpc>
            </a:pPr>
            <a:r>
              <a:rPr lang="en-US" sz="1700"/>
              <a:t>Enhancing skills and readiness for clinical practice</a:t>
            </a:r>
          </a:p>
        </p:txBody>
      </p:sp>
    </p:spTree>
    <p:extLst>
      <p:ext uri="{BB962C8B-B14F-4D97-AF65-F5344CB8AC3E}">
        <p14:creationId xmlns:p14="http://schemas.microsoft.com/office/powerpoint/2010/main" val="369935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_A02_77DA77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8C181-243E-65D4-B8CF-0FDFEDFCDE58}"/>
              </a:ext>
            </a:extLst>
          </p:cNvPr>
          <p:cNvSpPr>
            <a:spLocks noGrp="1"/>
          </p:cNvSpPr>
          <p:nvPr>
            <p:ph type="title"/>
          </p:nvPr>
        </p:nvSpPr>
        <p:spPr>
          <a:xfrm>
            <a:off x="426997" y="3018408"/>
            <a:ext cx="8961120" cy="3247475"/>
          </a:xfrm>
        </p:spPr>
        <p:txBody>
          <a:bodyPr anchor="b">
            <a:normAutofit/>
          </a:bodyPr>
          <a:lstStyle/>
          <a:p>
            <a:r>
              <a:rPr lang="en-US"/>
              <a:t>Clinical Technology Readiness Overview</a:t>
            </a:r>
          </a:p>
        </p:txBody>
      </p:sp>
    </p:spTree>
    <p:extLst>
      <p:ext uri="{BB962C8B-B14F-4D97-AF65-F5344CB8AC3E}">
        <p14:creationId xmlns:p14="http://schemas.microsoft.com/office/powerpoint/2010/main" val="2010806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961C247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7651-F80D-3F58-C0F1-2DA9736C86DA}"/>
              </a:ext>
            </a:extLst>
          </p:cNvPr>
          <p:cNvSpPr>
            <a:spLocks noGrp="1"/>
          </p:cNvSpPr>
          <p:nvPr>
            <p:ph type="title"/>
          </p:nvPr>
        </p:nvSpPr>
        <p:spPr>
          <a:xfrm>
            <a:off x="4848555" y="512011"/>
            <a:ext cx="6792069" cy="1259920"/>
          </a:xfrm>
        </p:spPr>
        <p:txBody>
          <a:bodyPr anchor="b">
            <a:normAutofit/>
          </a:bodyPr>
          <a:lstStyle/>
          <a:p>
            <a:r>
              <a:rPr lang="en-US"/>
              <a:t>Preparation Goals and Approach</a:t>
            </a:r>
          </a:p>
        </p:txBody>
      </p:sp>
      <p:pic>
        <p:nvPicPr>
          <p:cNvPr id="5" name="Content Placeholder 4" descr="Rear view shot of a team of programmers coding through the night">
            <a:extLst>
              <a:ext uri="{FF2B5EF4-FFF2-40B4-BE49-F238E27FC236}">
                <a16:creationId xmlns:a16="http://schemas.microsoft.com/office/drawing/2014/main" id="{3A83AD48-2EFB-4067-A6E9-6339C9D8A7CE}"/>
              </a:ext>
            </a:extLst>
          </p:cNvPr>
          <p:cNvPicPr>
            <a:picLocks noGrp="1" noChangeAspect="1"/>
          </p:cNvPicPr>
          <p:nvPr>
            <p:ph type="pic" sz="quarter" idx="13"/>
          </p:nvPr>
        </p:nvPicPr>
        <p:blipFill>
          <a:blip r:embed="rId3"/>
          <a:srcRect l="49416" r="5792"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2BEA0ADD-4EB9-8B20-75BF-95CE3CDC66F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Focused Practical Readiness</a:t>
            </a:r>
          </a:p>
          <a:p>
            <a:pPr marL="0" lvl="1" indent="0">
              <a:lnSpc>
                <a:spcPct val="110000"/>
              </a:lnSpc>
              <a:buFont typeface="Arial" panose="020B0604020202020204" pitchFamily="34" charset="0"/>
              <a:buNone/>
            </a:pPr>
            <a:r>
              <a:rPr lang="en-US"/>
              <a:t>Preparation emphasizes hands-on proficiency and system familiarity over theoretical learning.</a:t>
            </a:r>
          </a:p>
          <a:p>
            <a:pPr marL="0" indent="0">
              <a:lnSpc>
                <a:spcPct val="110000"/>
              </a:lnSpc>
              <a:spcBef>
                <a:spcPts val="2500"/>
              </a:spcBef>
              <a:buFont typeface="Arial" panose="020B0604020202020204" pitchFamily="34" charset="0"/>
              <a:buNone/>
            </a:pPr>
            <a:r>
              <a:rPr lang="en-US" b="1"/>
              <a:t>Structured Preparation Activities</a:t>
            </a:r>
          </a:p>
          <a:p>
            <a:pPr marL="0" lvl="1" indent="0">
              <a:lnSpc>
                <a:spcPct val="110000"/>
              </a:lnSpc>
              <a:buFont typeface="Arial" panose="020B0604020202020204" pitchFamily="34" charset="0"/>
              <a:buNone/>
            </a:pPr>
            <a:r>
              <a:rPr lang="en-US"/>
              <a:t>Includes environment setup, architecture review, sample apps, security, and clinical workflow mapping.</a:t>
            </a:r>
          </a:p>
          <a:p>
            <a:pPr marL="0" indent="0">
              <a:lnSpc>
                <a:spcPct val="110000"/>
              </a:lnSpc>
              <a:spcBef>
                <a:spcPts val="2500"/>
              </a:spcBef>
              <a:buFont typeface="Arial" panose="020B0604020202020204" pitchFamily="34" charset="0"/>
              <a:buNone/>
            </a:pPr>
            <a:r>
              <a:rPr lang="en-US" b="1"/>
              <a:t>Communication and Knowledge Transfer</a:t>
            </a:r>
          </a:p>
          <a:p>
            <a:pPr marL="0" lvl="1" indent="0">
              <a:lnSpc>
                <a:spcPct val="110000"/>
              </a:lnSpc>
              <a:buFont typeface="Arial" panose="020B0604020202020204" pitchFamily="34" charset="0"/>
              <a:buNone/>
            </a:pPr>
            <a:r>
              <a:rPr lang="en-US"/>
              <a:t>Tracks KT notes, risks, and design explanations to support clear communication during onboarding.</a:t>
            </a:r>
          </a:p>
          <a:p>
            <a:pPr marL="0" indent="0">
              <a:lnSpc>
                <a:spcPct val="110000"/>
              </a:lnSpc>
              <a:spcBef>
                <a:spcPts val="2500"/>
              </a:spcBef>
              <a:buFont typeface="Arial" panose="020B0604020202020204" pitchFamily="34" charset="0"/>
              <a:buNone/>
            </a:pPr>
            <a:r>
              <a:rPr lang="en-US" b="1"/>
              <a:t>Deliverables and Outcomes</a:t>
            </a:r>
          </a:p>
          <a:p>
            <a:pPr marL="0" lvl="1" indent="0">
              <a:lnSpc>
                <a:spcPct val="110000"/>
              </a:lnSpc>
              <a:buFont typeface="Arial" panose="020B0604020202020204" pitchFamily="34" charset="0"/>
              <a:buNone/>
            </a:pPr>
            <a:r>
              <a:rPr lang="en-US"/>
              <a:t>Outputs include GitHub repos, documentation, diagrams, and tracked activities evidencing readiness.</a:t>
            </a:r>
          </a:p>
        </p:txBody>
      </p:sp>
    </p:spTree>
    <p:extLst>
      <p:ext uri="{BB962C8B-B14F-4D97-AF65-F5344CB8AC3E}">
        <p14:creationId xmlns:p14="http://schemas.microsoft.com/office/powerpoint/2010/main" val="2518426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3F982DB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3A252-658A-8BCD-51BE-183689539C1C}"/>
              </a:ext>
            </a:extLst>
          </p:cNvPr>
          <p:cNvSpPr>
            <a:spLocks noGrp="1"/>
          </p:cNvSpPr>
          <p:nvPr>
            <p:ph type="title"/>
          </p:nvPr>
        </p:nvSpPr>
        <p:spPr>
          <a:xfrm>
            <a:off x="426997" y="3018408"/>
            <a:ext cx="8961120" cy="3247475"/>
          </a:xfrm>
        </p:spPr>
        <p:txBody>
          <a:bodyPr anchor="b">
            <a:normAutofit/>
          </a:bodyPr>
          <a:lstStyle/>
          <a:p>
            <a:r>
              <a:rPr lang="en-US"/>
              <a:t>Core Backend Technologies</a:t>
            </a:r>
          </a:p>
        </p:txBody>
      </p:sp>
    </p:spTree>
    <p:extLst>
      <p:ext uri="{BB962C8B-B14F-4D97-AF65-F5344CB8AC3E}">
        <p14:creationId xmlns:p14="http://schemas.microsoft.com/office/powerpoint/2010/main" val="10669377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9E33E26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6A51-9470-D1FA-EBE0-4199EFAF5BF5}"/>
              </a:ext>
            </a:extLst>
          </p:cNvPr>
          <p:cNvSpPr>
            <a:spLocks noGrp="1"/>
          </p:cNvSpPr>
          <p:nvPr>
            <p:ph type="title"/>
          </p:nvPr>
        </p:nvSpPr>
        <p:spPr>
          <a:xfrm>
            <a:off x="4848555" y="512011"/>
            <a:ext cx="6792069" cy="1259920"/>
          </a:xfrm>
        </p:spPr>
        <p:txBody>
          <a:bodyPr anchor="b">
            <a:normAutofit/>
          </a:bodyPr>
          <a:lstStyle/>
          <a:p>
            <a:r>
              <a:rPr lang="en-US"/>
              <a:t>Java and Spring Boot Readiness</a:t>
            </a:r>
          </a:p>
        </p:txBody>
      </p:sp>
      <p:pic>
        <p:nvPicPr>
          <p:cNvPr id="5" name="Content Placeholder 4" descr="laptop computer and computer symbol on screen">
            <a:extLst>
              <a:ext uri="{FF2B5EF4-FFF2-40B4-BE49-F238E27FC236}">
                <a16:creationId xmlns:a16="http://schemas.microsoft.com/office/drawing/2014/main" id="{0083B5FE-2038-4D13-8626-38B88CFA99B3}"/>
              </a:ext>
            </a:extLst>
          </p:cNvPr>
          <p:cNvPicPr>
            <a:picLocks noGrp="1" noChangeAspect="1"/>
          </p:cNvPicPr>
          <p:nvPr>
            <p:ph type="pic" sz="quarter" idx="13"/>
          </p:nvPr>
        </p:nvPicPr>
        <p:blipFill>
          <a:blip r:embed="rId3"/>
          <a:srcRect l="41920" r="13287"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AA4D8B1F-0D38-D6D0-F1DB-2E9A958EC26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Spring Boot Backend Foundations</a:t>
            </a:r>
          </a:p>
          <a:p>
            <a:pPr marL="0" lvl="1" indent="0">
              <a:lnSpc>
                <a:spcPct val="110000"/>
              </a:lnSpc>
              <a:buFont typeface="Arial" panose="020B0604020202020204" pitchFamily="34" charset="0"/>
              <a:buNone/>
            </a:pPr>
            <a:r>
              <a:rPr lang="en-US"/>
              <a:t>Spring Boot provides structured, scalable backend services with RESTful controllers and layered architecture.</a:t>
            </a:r>
          </a:p>
          <a:p>
            <a:pPr marL="0" indent="0">
              <a:lnSpc>
                <a:spcPct val="110000"/>
              </a:lnSpc>
              <a:spcBef>
                <a:spcPts val="2500"/>
              </a:spcBef>
              <a:buFont typeface="Arial" panose="020B0604020202020204" pitchFamily="34" charset="0"/>
              <a:buNone/>
            </a:pPr>
            <a:r>
              <a:rPr lang="en-US" b="1"/>
              <a:t>Healthcare Domain Modelling</a:t>
            </a:r>
          </a:p>
          <a:p>
            <a:pPr marL="0" lvl="1" indent="0">
              <a:lnSpc>
                <a:spcPct val="110000"/>
              </a:lnSpc>
              <a:buFont typeface="Arial" panose="020B0604020202020204" pitchFamily="34" charset="0"/>
              <a:buNone/>
            </a:pPr>
            <a:r>
              <a:rPr lang="en-US"/>
              <a:t>Domain models represent clinical entities like patients and visits to align with healthcare workflows.</a:t>
            </a:r>
          </a:p>
          <a:p>
            <a:pPr marL="0" indent="0">
              <a:lnSpc>
                <a:spcPct val="110000"/>
              </a:lnSpc>
              <a:spcBef>
                <a:spcPts val="2500"/>
              </a:spcBef>
              <a:buFont typeface="Arial" panose="020B0604020202020204" pitchFamily="34" charset="0"/>
              <a:buNone/>
            </a:pPr>
            <a:r>
              <a:rPr lang="en-US" b="1"/>
              <a:t>Reliability and Security Features</a:t>
            </a:r>
          </a:p>
          <a:p>
            <a:pPr marL="0" lvl="1" indent="0">
              <a:lnSpc>
                <a:spcPct val="110000"/>
              </a:lnSpc>
              <a:buFont typeface="Arial" panose="020B0604020202020204" pitchFamily="34" charset="0"/>
              <a:buNone/>
            </a:pPr>
            <a:r>
              <a:rPr lang="en-US"/>
              <a:t>Spring Boot supports healthcare reliability with transaction management, exception handling, and security hooks.</a:t>
            </a:r>
          </a:p>
          <a:p>
            <a:pPr marL="0" indent="0">
              <a:lnSpc>
                <a:spcPct val="110000"/>
              </a:lnSpc>
              <a:spcBef>
                <a:spcPts val="2500"/>
              </a:spcBef>
              <a:buFont typeface="Arial" panose="020B0604020202020204" pitchFamily="34" charset="0"/>
              <a:buNone/>
            </a:pPr>
            <a:r>
              <a:rPr lang="en-US" b="1"/>
              <a:t>Production-Grade Fluency</a:t>
            </a:r>
          </a:p>
          <a:p>
            <a:pPr marL="0" lvl="1" indent="0">
              <a:lnSpc>
                <a:spcPct val="110000"/>
              </a:lnSpc>
              <a:buFont typeface="Arial" panose="020B0604020202020204" pitchFamily="34" charset="0"/>
              <a:buNone/>
            </a:pPr>
            <a:r>
              <a:rPr lang="en-US"/>
              <a:t>Fluency includes understanding app lifecycles, REST endpoints, validation, and error handling in production.</a:t>
            </a:r>
          </a:p>
        </p:txBody>
      </p:sp>
    </p:spTree>
    <p:extLst>
      <p:ext uri="{BB962C8B-B14F-4D97-AF65-F5344CB8AC3E}">
        <p14:creationId xmlns:p14="http://schemas.microsoft.com/office/powerpoint/2010/main" val="2654200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877F9A4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78018-494F-7F12-55B5-09A3C389A39A}"/>
              </a:ext>
            </a:extLst>
          </p:cNvPr>
          <p:cNvSpPr>
            <a:spLocks noGrp="1"/>
          </p:cNvSpPr>
          <p:nvPr>
            <p:ph type="title"/>
          </p:nvPr>
        </p:nvSpPr>
        <p:spPr>
          <a:xfrm>
            <a:off x="4848555" y="512011"/>
            <a:ext cx="6792069" cy="1259920"/>
          </a:xfrm>
        </p:spPr>
        <p:txBody>
          <a:bodyPr anchor="b">
            <a:normAutofit/>
          </a:bodyPr>
          <a:lstStyle/>
          <a:p>
            <a:r>
              <a:rPr lang="en-US"/>
              <a:t>JSP and MVC UI Integration</a:t>
            </a:r>
          </a:p>
        </p:txBody>
      </p:sp>
      <p:pic>
        <p:nvPicPr>
          <p:cNvPr id="5" name="Content Placeholder 4" descr="High performance servers">
            <a:extLst>
              <a:ext uri="{FF2B5EF4-FFF2-40B4-BE49-F238E27FC236}">
                <a16:creationId xmlns:a16="http://schemas.microsoft.com/office/drawing/2014/main" id="{0B8D4515-A5BC-41DD-96AA-9CD65A6E59C0}"/>
              </a:ext>
            </a:extLst>
          </p:cNvPr>
          <p:cNvPicPr>
            <a:picLocks noGrp="1" noChangeAspect="1"/>
          </p:cNvPicPr>
          <p:nvPr>
            <p:ph type="pic" sz="quarter" idx="13"/>
          </p:nvPr>
        </p:nvPicPr>
        <p:blipFill>
          <a:blip r:embed="rId3"/>
          <a:srcRect l="22538" r="21597"/>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95B47412-607B-0FBC-6159-49BA95831A2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Role of JSP in MVC</a:t>
            </a:r>
          </a:p>
          <a:p>
            <a:pPr marL="0" lvl="1" indent="0">
              <a:lnSpc>
                <a:spcPct val="110000"/>
              </a:lnSpc>
              <a:buFont typeface="Arial" panose="020B0604020202020204" pitchFamily="34" charset="0"/>
              <a:buNone/>
            </a:pPr>
            <a:r>
              <a:rPr lang="en-US"/>
              <a:t>JSP renders server-side views in Spring MVC, supporting administrative and clinician-facing interfaces effectively.</a:t>
            </a:r>
          </a:p>
          <a:p>
            <a:pPr marL="0" indent="0">
              <a:lnSpc>
                <a:spcPct val="110000"/>
              </a:lnSpc>
              <a:spcBef>
                <a:spcPts val="2500"/>
              </a:spcBef>
              <a:buFont typeface="Arial" panose="020B0604020202020204" pitchFamily="34" charset="0"/>
              <a:buNone/>
            </a:pPr>
            <a:r>
              <a:rPr lang="en-US" b="1"/>
              <a:t>Data Flow and Interaction</a:t>
            </a:r>
          </a:p>
          <a:p>
            <a:pPr marL="0" lvl="1" indent="0">
              <a:lnSpc>
                <a:spcPct val="110000"/>
              </a:lnSpc>
              <a:buFont typeface="Arial" panose="020B0604020202020204" pitchFamily="34" charset="0"/>
              <a:buNone/>
            </a:pPr>
            <a:r>
              <a:rPr lang="en-US"/>
              <a:t>Ensures clear data flow from backend to UI, managing dynamic tables, forms, and user interactions via POST and GET.</a:t>
            </a:r>
          </a:p>
          <a:p>
            <a:pPr marL="0" indent="0">
              <a:lnSpc>
                <a:spcPct val="110000"/>
              </a:lnSpc>
              <a:spcBef>
                <a:spcPts val="2500"/>
              </a:spcBef>
              <a:buFont typeface="Arial" panose="020B0604020202020204" pitchFamily="34" charset="0"/>
              <a:buNone/>
            </a:pPr>
            <a:r>
              <a:rPr lang="en-US" b="1"/>
              <a:t>JSP in Modern Architectures</a:t>
            </a:r>
          </a:p>
          <a:p>
            <a:pPr marL="0" lvl="1" indent="0">
              <a:lnSpc>
                <a:spcPct val="110000"/>
              </a:lnSpc>
              <a:buFont typeface="Arial" panose="020B0604020202020204" pitchFamily="34" charset="0"/>
              <a:buNone/>
            </a:pPr>
            <a:r>
              <a:rPr lang="en-US"/>
              <a:t>JSP complements modern frameworks like React and Angular, serving targeted functions while APIs enable richer client apps.</a:t>
            </a:r>
          </a:p>
          <a:p>
            <a:pPr marL="0" indent="0">
              <a:lnSpc>
                <a:spcPct val="110000"/>
              </a:lnSpc>
              <a:spcBef>
                <a:spcPts val="2500"/>
              </a:spcBef>
              <a:buFont typeface="Arial" panose="020B0604020202020204" pitchFamily="34" charset="0"/>
              <a:buNone/>
            </a:pPr>
            <a:r>
              <a:rPr lang="en-US" b="1"/>
              <a:t>Clinical Data and Maintenance</a:t>
            </a:r>
          </a:p>
          <a:p>
            <a:pPr marL="0" lvl="1" indent="0">
              <a:lnSpc>
                <a:spcPct val="110000"/>
              </a:lnSpc>
              <a:buFont typeface="Arial" panose="020B0604020202020204" pitchFamily="34" charset="0"/>
              <a:buNone/>
            </a:pPr>
            <a:r>
              <a:rPr lang="en-US"/>
              <a:t>Focus on secure handling of clinical data and maintaining server-rendered views within existing clinical systems.</a:t>
            </a:r>
          </a:p>
        </p:txBody>
      </p:sp>
    </p:spTree>
    <p:extLst>
      <p:ext uri="{BB962C8B-B14F-4D97-AF65-F5344CB8AC3E}">
        <p14:creationId xmlns:p14="http://schemas.microsoft.com/office/powerpoint/2010/main" val="22732867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4FF7D4A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DFA54-857D-0BCA-4EB0-379537EEF39F}"/>
              </a:ext>
            </a:extLst>
          </p:cNvPr>
          <p:cNvSpPr>
            <a:spLocks noGrp="1"/>
          </p:cNvSpPr>
          <p:nvPr>
            <p:ph type="title"/>
          </p:nvPr>
        </p:nvSpPr>
        <p:spPr>
          <a:xfrm>
            <a:off x="426997" y="3018408"/>
            <a:ext cx="8961120" cy="3247475"/>
          </a:xfrm>
        </p:spPr>
        <p:txBody>
          <a:bodyPr anchor="b">
            <a:normAutofit/>
          </a:bodyPr>
          <a:lstStyle/>
          <a:p>
            <a:r>
              <a:rPr lang="en-US"/>
              <a:t>Data, Cloud, and Frontend Integration</a:t>
            </a:r>
          </a:p>
        </p:txBody>
      </p:sp>
    </p:spTree>
    <p:extLst>
      <p:ext uri="{BB962C8B-B14F-4D97-AF65-F5344CB8AC3E}">
        <p14:creationId xmlns:p14="http://schemas.microsoft.com/office/powerpoint/2010/main" val="13416419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8_8D0ED88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55C5A-BA42-840F-A578-15EFCA8C33D7}"/>
              </a:ext>
            </a:extLst>
          </p:cNvPr>
          <p:cNvSpPr>
            <a:spLocks noGrp="1"/>
          </p:cNvSpPr>
          <p:nvPr>
            <p:ph type="title"/>
          </p:nvPr>
        </p:nvSpPr>
        <p:spPr>
          <a:xfrm>
            <a:off x="8029814" y="512011"/>
            <a:ext cx="3628786" cy="1259920"/>
          </a:xfrm>
        </p:spPr>
        <p:txBody>
          <a:bodyPr anchor="b">
            <a:normAutofit/>
          </a:bodyPr>
          <a:lstStyle/>
          <a:p>
            <a:r>
              <a:rPr lang="en-US" sz="2700"/>
              <a:t>MongoDB Data Modeling for Clinical Systems</a:t>
            </a:r>
          </a:p>
        </p:txBody>
      </p:sp>
      <p:pic>
        <p:nvPicPr>
          <p:cNvPr id="5" name="Content Placeholder 4" descr="Rules for compliance with policies business">
            <a:extLst>
              <a:ext uri="{FF2B5EF4-FFF2-40B4-BE49-F238E27FC236}">
                <a16:creationId xmlns:a16="http://schemas.microsoft.com/office/drawing/2014/main" id="{35D07ABC-6CDC-4521-8263-141C9032E3F0}"/>
              </a:ext>
            </a:extLst>
          </p:cNvPr>
          <p:cNvPicPr>
            <a:picLocks noGrp="1" noChangeAspect="1"/>
          </p:cNvPicPr>
          <p:nvPr>
            <p:ph type="pic" sz="quarter" idx="13"/>
          </p:nvPr>
        </p:nvPicPr>
        <p:blipFill>
          <a:blip r:embed="rId3"/>
          <a:stretch/>
        </p:blipFill>
        <p:spPr>
          <a:xfrm>
            <a:off x="533400" y="1063846"/>
            <a:ext cx="7086600" cy="4730305"/>
          </a:xfrm>
        </p:spPr>
      </p:pic>
      <p:sp>
        <p:nvSpPr>
          <p:cNvPr id="4" name="Content Placeholder 3">
            <a:extLst>
              <a:ext uri="{FF2B5EF4-FFF2-40B4-BE49-F238E27FC236}">
                <a16:creationId xmlns:a16="http://schemas.microsoft.com/office/drawing/2014/main" id="{72FDF87C-3828-B6BC-2A75-A91675AC5A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lnSpc>
                <a:spcPct val="110000"/>
              </a:lnSpc>
              <a:spcBef>
                <a:spcPts val="2500"/>
              </a:spcBef>
              <a:buFont typeface="Arial" panose="020B0604020202020204" pitchFamily="34" charset="0"/>
              <a:buNone/>
            </a:pPr>
            <a:r>
              <a:rPr lang="en-US" sz="1100" b="1"/>
              <a:t>Flexible Document-Oriented Storage</a:t>
            </a:r>
          </a:p>
          <a:p>
            <a:pPr marL="0" lvl="1" indent="0">
              <a:lnSpc>
                <a:spcPct val="110000"/>
              </a:lnSpc>
              <a:buFont typeface="Arial" panose="020B0604020202020204" pitchFamily="34" charset="0"/>
              <a:buNone/>
            </a:pPr>
            <a:r>
              <a:rPr lang="en-US" sz="1100"/>
              <a:t>MongoDB supports flexible document storage aligned with clinical workflows to reduce query complexity and enhance performance.</a:t>
            </a:r>
          </a:p>
          <a:p>
            <a:pPr marL="0" indent="0">
              <a:lnSpc>
                <a:spcPct val="110000"/>
              </a:lnSpc>
              <a:spcBef>
                <a:spcPts val="2500"/>
              </a:spcBef>
              <a:buFont typeface="Arial" panose="020B0604020202020204" pitchFamily="34" charset="0"/>
              <a:buNone/>
            </a:pPr>
            <a:r>
              <a:rPr lang="en-US" sz="1100" b="1"/>
              <a:t>Data Integrity and Trade-offs</a:t>
            </a:r>
          </a:p>
          <a:p>
            <a:pPr marL="0" lvl="1" indent="0">
              <a:lnSpc>
                <a:spcPct val="110000"/>
              </a:lnSpc>
              <a:buFont typeface="Arial" panose="020B0604020202020204" pitchFamily="34" charset="0"/>
              <a:buNone/>
            </a:pPr>
            <a:r>
              <a:rPr lang="en-US" sz="1100"/>
              <a:t>Understanding trade-offs between relational and document storage is crucial for clinical data integrity and auditing.</a:t>
            </a:r>
          </a:p>
          <a:p>
            <a:pPr marL="0" indent="0">
              <a:lnSpc>
                <a:spcPct val="110000"/>
              </a:lnSpc>
              <a:spcBef>
                <a:spcPts val="2500"/>
              </a:spcBef>
              <a:buFont typeface="Arial" panose="020B0604020202020204" pitchFamily="34" charset="0"/>
              <a:buNone/>
            </a:pPr>
            <a:r>
              <a:rPr lang="en-US" sz="1100" b="1"/>
              <a:t>Scalability and Consistency</a:t>
            </a:r>
          </a:p>
          <a:p>
            <a:pPr marL="0" lvl="1" indent="0">
              <a:lnSpc>
                <a:spcPct val="110000"/>
              </a:lnSpc>
              <a:buFont typeface="Arial" panose="020B0604020202020204" pitchFamily="34" charset="0"/>
              <a:buNone/>
            </a:pPr>
            <a:r>
              <a:rPr lang="en-US" sz="1100"/>
              <a:t>MongoDB enables scalability and manages consistency at the application layer in clinical systems.</a:t>
            </a:r>
          </a:p>
          <a:p>
            <a:pPr marL="0" indent="0">
              <a:lnSpc>
                <a:spcPct val="110000"/>
              </a:lnSpc>
              <a:spcBef>
                <a:spcPts val="2500"/>
              </a:spcBef>
              <a:buFont typeface="Arial" panose="020B0604020202020204" pitchFamily="34" charset="0"/>
              <a:buNone/>
            </a:pPr>
            <a:r>
              <a:rPr lang="en-US" sz="1100" b="1"/>
              <a:t>HIPAA-Conscious Architecture</a:t>
            </a:r>
          </a:p>
          <a:p>
            <a:pPr marL="0" lvl="1" indent="0">
              <a:lnSpc>
                <a:spcPct val="110000"/>
              </a:lnSpc>
              <a:buFont typeface="Arial" panose="020B0604020202020204" pitchFamily="34" charset="0"/>
              <a:buNone/>
            </a:pPr>
            <a:r>
              <a:rPr lang="en-US" sz="1100"/>
              <a:t>MongoDB fits into HIPAA-compliant architectures with indexing, versioning, access control, and logging strategies.</a:t>
            </a:r>
          </a:p>
        </p:txBody>
      </p:sp>
    </p:spTree>
    <p:extLst>
      <p:ext uri="{BB962C8B-B14F-4D97-AF65-F5344CB8AC3E}">
        <p14:creationId xmlns:p14="http://schemas.microsoft.com/office/powerpoint/2010/main" val="23665603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DD4C7A3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46EF5-9217-E07E-6CE7-EBC244C33D7C}"/>
              </a:ext>
            </a:extLst>
          </p:cNvPr>
          <p:cNvSpPr>
            <a:spLocks noGrp="1"/>
          </p:cNvSpPr>
          <p:nvPr>
            <p:ph type="title"/>
          </p:nvPr>
        </p:nvSpPr>
        <p:spPr>
          <a:xfrm>
            <a:off x="8029814" y="512011"/>
            <a:ext cx="3628786" cy="1259920"/>
          </a:xfrm>
        </p:spPr>
        <p:txBody>
          <a:bodyPr anchor="b">
            <a:normAutofit/>
          </a:bodyPr>
          <a:lstStyle/>
          <a:p>
            <a:r>
              <a:rPr lang="en-US" sz="2700"/>
              <a:t>AWS and Frontend Framework Awareness</a:t>
            </a:r>
          </a:p>
        </p:txBody>
      </p:sp>
      <p:pic>
        <p:nvPicPr>
          <p:cNvPr id="5" name="Content Placeholder 4" descr="Cloud computing concept isolated on white background">
            <a:extLst>
              <a:ext uri="{FF2B5EF4-FFF2-40B4-BE49-F238E27FC236}">
                <a16:creationId xmlns:a16="http://schemas.microsoft.com/office/drawing/2014/main" id="{A7ACB150-9173-40EF-80E6-2B85E59E5A36}"/>
              </a:ext>
            </a:extLst>
          </p:cNvPr>
          <p:cNvPicPr>
            <a:picLocks noGrp="1" noChangeAspect="1"/>
          </p:cNvPicPr>
          <p:nvPr>
            <p:ph type="pic" sz="quarter" idx="13"/>
          </p:nvPr>
        </p:nvPicPr>
        <p:blipFill>
          <a:blip r:embed="rId3"/>
          <a:srcRect l="3102" r="5122"/>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003C54A3-0328-C776-6D07-A829393481B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AWS Deployment and Scalability</a:t>
            </a:r>
          </a:p>
          <a:p>
            <a:pPr marL="0" lvl="1" indent="0">
              <a:buFont typeface="Arial" panose="020B0604020202020204" pitchFamily="34" charset="0"/>
              <a:buNone/>
            </a:pPr>
            <a:r>
              <a:rPr lang="en-US"/>
              <a:t>Focus on deployment environments, scalability models, and operational roles in clinical cloud infrastructure.</a:t>
            </a:r>
          </a:p>
          <a:p>
            <a:pPr marL="0" indent="0">
              <a:spcBef>
                <a:spcPts val="2500"/>
              </a:spcBef>
              <a:buFont typeface="Arial" panose="020B0604020202020204" pitchFamily="34" charset="0"/>
              <a:buNone/>
            </a:pPr>
            <a:r>
              <a:rPr lang="en-US" b="1"/>
              <a:t>Frontend Integration Knowledge</a:t>
            </a:r>
          </a:p>
          <a:p>
            <a:pPr marL="0" lvl="1" indent="0">
              <a:buFont typeface="Arial" panose="020B0604020202020204" pitchFamily="34" charset="0"/>
              <a:buNone/>
            </a:pPr>
            <a:r>
              <a:rPr lang="en-US"/>
              <a:t>Understanding React and Angular integration via backend APIs and contract-driven development for smooth interoperability.</a:t>
            </a:r>
          </a:p>
          <a:p>
            <a:pPr marL="0" indent="0">
              <a:spcBef>
                <a:spcPts val="2500"/>
              </a:spcBef>
              <a:buFont typeface="Arial" panose="020B0604020202020204" pitchFamily="34" charset="0"/>
              <a:buNone/>
            </a:pPr>
            <a:r>
              <a:rPr lang="en-US" b="1"/>
              <a:t>System-Level Clinical Engineering</a:t>
            </a:r>
          </a:p>
          <a:p>
            <a:pPr marL="0" lvl="1" indent="0">
              <a:buFont typeface="Arial" panose="020B0604020202020204" pitchFamily="34" charset="0"/>
              <a:buNone/>
            </a:pPr>
            <a:r>
              <a:rPr lang="en-US"/>
              <a:t>Holistic view of backend, frontend, database, and cloud infrastructure collaboration for clinical functionality.</a:t>
            </a:r>
          </a:p>
        </p:txBody>
      </p:sp>
    </p:spTree>
    <p:extLst>
      <p:ext uri="{BB962C8B-B14F-4D97-AF65-F5344CB8AC3E}">
        <p14:creationId xmlns:p14="http://schemas.microsoft.com/office/powerpoint/2010/main" val="3712776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39262D3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A5E4325B.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docProps/core.xml><?xml version="1.0" encoding="utf-8"?>
<cp:coreProperties xmlns:cp="http://schemas.openxmlformats.org/package/2006/metadata/core-properties" xmlns:dc="http://purl.org/dc/elements/1.1/" xmlns:dcterms="http://purl.org/dc/terms/" xmlns:xsi="http://www.w3.org/2001/XMLSchema-instance">
  <dc:creator>johgreen@infinite.com</dc:creator>
  <cp:lastModifiedBy>johgreen@infinite.com</cp:lastModifiedBy>
</cp:coreProperties>
</file>